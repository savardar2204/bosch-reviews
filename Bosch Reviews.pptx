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311" r:id="rId2"/>
    <p:sldId id="321" r:id="rId3"/>
    <p:sldId id="340" r:id="rId4"/>
    <p:sldId id="341" r:id="rId5"/>
    <p:sldId id="342" r:id="rId6"/>
    <p:sldId id="343" r:id="rId7"/>
    <p:sldId id="344" r:id="rId8"/>
    <p:sldId id="345" r:id="rId9"/>
    <p:sldId id="346" r:id="rId10"/>
    <p:sldId id="347" r:id="rId11"/>
    <p:sldId id="348" r:id="rId12"/>
    <p:sldId id="265" r:id="rId13"/>
    <p:sldId id="339" r:id="rId14"/>
    <p:sldId id="310" r:id="rId15"/>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7386"/>
    <a:srgbClr val="6B7966"/>
    <a:srgbClr val="CFB993"/>
    <a:srgbClr val="A5AFA2"/>
    <a:srgbClr val="AFAAB9"/>
    <a:srgbClr val="937259"/>
    <a:srgbClr val="7C6363"/>
    <a:srgbClr val="B4A0A0"/>
    <a:srgbClr val="777286"/>
    <a:srgbClr val="ACB9C1"/>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ED4A56-E9FD-425C-9B1D-8107A5C0815B}" v="145" dt="2026-07-11T20:41:24.6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59" autoAdjust="0"/>
    <p:restoredTop sz="86403" autoAdjust="0"/>
  </p:normalViewPr>
  <p:slideViewPr>
    <p:cSldViewPr snapToGrid="0" snapToObjects="1" showGuides="1">
      <p:cViewPr varScale="1">
        <p:scale>
          <a:sx n="82" d="100"/>
          <a:sy n="82" d="100"/>
        </p:scale>
        <p:origin x="970"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101" d="100"/>
          <a:sy n="101" d="100"/>
        </p:scale>
        <p:origin x="4248" y="6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io Savaresi" userId="f271b77c5d540ba5" providerId="LiveId" clId="{4803DB16-FEAA-473A-B909-8664963CE6E7}"/>
    <pc:docChg chg="undo custSel addSld delSld modSld">
      <pc:chgData name="Dario Savaresi" userId="f271b77c5d540ba5" providerId="LiveId" clId="{4803DB16-FEAA-473A-B909-8664963CE6E7}" dt="2026-07-11T20:50:43.973" v="7428" actId="207"/>
      <pc:docMkLst>
        <pc:docMk/>
      </pc:docMkLst>
      <pc:sldChg chg="add setBg">
        <pc:chgData name="Dario Savaresi" userId="f271b77c5d540ba5" providerId="LiveId" clId="{4803DB16-FEAA-473A-B909-8664963CE6E7}" dt="2026-07-11T20:41:24.636" v="7424"/>
        <pc:sldMkLst>
          <pc:docMk/>
          <pc:sldMk cId="0" sldId="265"/>
        </pc:sldMkLst>
      </pc:sldChg>
      <pc:sldChg chg="modSp mod">
        <pc:chgData name="Dario Savaresi" userId="f271b77c5d540ba5" providerId="LiveId" clId="{4803DB16-FEAA-473A-B909-8664963CE6E7}" dt="2026-07-11T18:47:40.073" v="163" actId="404"/>
        <pc:sldMkLst>
          <pc:docMk/>
          <pc:sldMk cId="1836135544" sldId="311"/>
        </pc:sldMkLst>
        <pc:spChg chg="mod">
          <ac:chgData name="Dario Savaresi" userId="f271b77c5d540ba5" providerId="LiveId" clId="{4803DB16-FEAA-473A-B909-8664963CE6E7}" dt="2026-07-11T18:46:50.159" v="55" actId="20577"/>
          <ac:spMkLst>
            <pc:docMk/>
            <pc:sldMk cId="1836135544" sldId="311"/>
            <ac:spMk id="2" creationId="{6115005E-6A4E-CCAA-BFD1-1C7D955BD7BB}"/>
          </ac:spMkLst>
        </pc:spChg>
        <pc:spChg chg="mod">
          <ac:chgData name="Dario Savaresi" userId="f271b77c5d540ba5" providerId="LiveId" clId="{4803DB16-FEAA-473A-B909-8664963CE6E7}" dt="2026-07-11T18:47:40.073" v="163" actId="404"/>
          <ac:spMkLst>
            <pc:docMk/>
            <pc:sldMk cId="1836135544" sldId="311"/>
            <ac:spMk id="3" creationId="{EB366346-389C-D48B-8951-80A8BDA9DDA9}"/>
          </ac:spMkLst>
        </pc:spChg>
      </pc:sldChg>
      <pc:sldChg chg="del">
        <pc:chgData name="Dario Savaresi" userId="f271b77c5d540ba5" providerId="LiveId" clId="{4803DB16-FEAA-473A-B909-8664963CE6E7}" dt="2026-07-11T18:47:46.483" v="164" actId="47"/>
        <pc:sldMkLst>
          <pc:docMk/>
          <pc:sldMk cId="592637969" sldId="312"/>
        </pc:sldMkLst>
      </pc:sldChg>
      <pc:sldChg chg="del">
        <pc:chgData name="Dario Savaresi" userId="f271b77c5d540ba5" providerId="LiveId" clId="{4803DB16-FEAA-473A-B909-8664963CE6E7}" dt="2026-07-11T18:47:46.483" v="164" actId="47"/>
        <pc:sldMkLst>
          <pc:docMk/>
          <pc:sldMk cId="3120465985" sldId="313"/>
        </pc:sldMkLst>
      </pc:sldChg>
      <pc:sldChg chg="del">
        <pc:chgData name="Dario Savaresi" userId="f271b77c5d540ba5" providerId="LiveId" clId="{4803DB16-FEAA-473A-B909-8664963CE6E7}" dt="2026-07-11T18:47:46.483" v="164" actId="47"/>
        <pc:sldMkLst>
          <pc:docMk/>
          <pc:sldMk cId="3308022240" sldId="314"/>
        </pc:sldMkLst>
      </pc:sldChg>
      <pc:sldChg chg="del">
        <pc:chgData name="Dario Savaresi" userId="f271b77c5d540ba5" providerId="LiveId" clId="{4803DB16-FEAA-473A-B909-8664963CE6E7}" dt="2026-07-11T18:47:46.483" v="164" actId="47"/>
        <pc:sldMkLst>
          <pc:docMk/>
          <pc:sldMk cId="1719988760" sldId="315"/>
        </pc:sldMkLst>
      </pc:sldChg>
      <pc:sldChg chg="del">
        <pc:chgData name="Dario Savaresi" userId="f271b77c5d540ba5" providerId="LiveId" clId="{4803DB16-FEAA-473A-B909-8664963CE6E7}" dt="2026-07-11T18:47:46.483" v="164" actId="47"/>
        <pc:sldMkLst>
          <pc:docMk/>
          <pc:sldMk cId="3392324004" sldId="316"/>
        </pc:sldMkLst>
      </pc:sldChg>
      <pc:sldChg chg="del">
        <pc:chgData name="Dario Savaresi" userId="f271b77c5d540ba5" providerId="LiveId" clId="{4803DB16-FEAA-473A-B909-8664963CE6E7}" dt="2026-07-11T18:47:46.483" v="164" actId="47"/>
        <pc:sldMkLst>
          <pc:docMk/>
          <pc:sldMk cId="486563772" sldId="317"/>
        </pc:sldMkLst>
      </pc:sldChg>
      <pc:sldChg chg="del">
        <pc:chgData name="Dario Savaresi" userId="f271b77c5d540ba5" providerId="LiveId" clId="{4803DB16-FEAA-473A-B909-8664963CE6E7}" dt="2026-07-11T18:47:46.483" v="164" actId="47"/>
        <pc:sldMkLst>
          <pc:docMk/>
          <pc:sldMk cId="2091317419" sldId="318"/>
        </pc:sldMkLst>
      </pc:sldChg>
      <pc:sldChg chg="del">
        <pc:chgData name="Dario Savaresi" userId="f271b77c5d540ba5" providerId="LiveId" clId="{4803DB16-FEAA-473A-B909-8664963CE6E7}" dt="2026-07-11T18:47:49.207" v="165" actId="47"/>
        <pc:sldMkLst>
          <pc:docMk/>
          <pc:sldMk cId="1224252292" sldId="319"/>
        </pc:sldMkLst>
      </pc:sldChg>
      <pc:sldChg chg="del">
        <pc:chgData name="Dario Savaresi" userId="f271b77c5d540ba5" providerId="LiveId" clId="{4803DB16-FEAA-473A-B909-8664963CE6E7}" dt="2026-07-11T19:00:41.008" v="952" actId="47"/>
        <pc:sldMkLst>
          <pc:docMk/>
          <pc:sldMk cId="3443214768" sldId="320"/>
        </pc:sldMkLst>
      </pc:sldChg>
      <pc:sldChg chg="addSp delSp modSp mod">
        <pc:chgData name="Dario Savaresi" userId="f271b77c5d540ba5" providerId="LiveId" clId="{4803DB16-FEAA-473A-B909-8664963CE6E7}" dt="2026-07-11T19:31:22.890" v="3069" actId="20577"/>
        <pc:sldMkLst>
          <pc:docMk/>
          <pc:sldMk cId="1043601611" sldId="321"/>
        </pc:sldMkLst>
        <pc:spChg chg="add mod">
          <ac:chgData name="Dario Savaresi" userId="f271b77c5d540ba5" providerId="LiveId" clId="{4803DB16-FEAA-473A-B909-8664963CE6E7}" dt="2026-07-11T18:49:13.247" v="193" actId="207"/>
          <ac:spMkLst>
            <pc:docMk/>
            <pc:sldMk cId="1043601611" sldId="321"/>
            <ac:spMk id="2" creationId="{54841E7E-C1B4-E4F6-F5A1-3BB0BFE826B4}"/>
          </ac:spMkLst>
        </pc:spChg>
        <pc:spChg chg="mod">
          <ac:chgData name="Dario Savaresi" userId="f271b77c5d540ba5" providerId="LiveId" clId="{4803DB16-FEAA-473A-B909-8664963CE6E7}" dt="2026-07-11T18:48:10.608" v="177" actId="20577"/>
          <ac:spMkLst>
            <pc:docMk/>
            <pc:sldMk cId="1043601611" sldId="321"/>
            <ac:spMk id="4" creationId="{36425A38-5148-776F-DB1D-7C6942389F94}"/>
          </ac:spMkLst>
        </pc:spChg>
        <pc:spChg chg="del">
          <ac:chgData name="Dario Savaresi" userId="f271b77c5d540ba5" providerId="LiveId" clId="{4803DB16-FEAA-473A-B909-8664963CE6E7}" dt="2026-07-11T18:48:13.333" v="178" actId="478"/>
          <ac:spMkLst>
            <pc:docMk/>
            <pc:sldMk cId="1043601611" sldId="321"/>
            <ac:spMk id="6" creationId="{6FB25395-97BA-C634-DE5B-F57E049FF284}"/>
          </ac:spMkLst>
        </pc:spChg>
        <pc:spChg chg="add mod">
          <ac:chgData name="Dario Savaresi" userId="f271b77c5d540ba5" providerId="LiveId" clId="{4803DB16-FEAA-473A-B909-8664963CE6E7}" dt="2026-07-11T18:48:43.330" v="186" actId="1076"/>
          <ac:spMkLst>
            <pc:docMk/>
            <pc:sldMk cId="1043601611" sldId="321"/>
            <ac:spMk id="7" creationId="{61CE4258-1810-7601-17FE-FF814AD58FF9}"/>
          </ac:spMkLst>
        </pc:spChg>
        <pc:spChg chg="add mod">
          <ac:chgData name="Dario Savaresi" userId="f271b77c5d540ba5" providerId="LiveId" clId="{4803DB16-FEAA-473A-B909-8664963CE6E7}" dt="2026-07-11T19:31:13.717" v="3066" actId="20577"/>
          <ac:spMkLst>
            <pc:docMk/>
            <pc:sldMk cId="1043601611" sldId="321"/>
            <ac:spMk id="8" creationId="{439C68EE-4169-4A4E-46CC-2439C92FBD3C}"/>
          </ac:spMkLst>
        </pc:spChg>
        <pc:spChg chg="add mod">
          <ac:chgData name="Dario Savaresi" userId="f271b77c5d540ba5" providerId="LiveId" clId="{4803DB16-FEAA-473A-B909-8664963CE6E7}" dt="2026-07-11T18:58:10.077" v="841" actId="1076"/>
          <ac:spMkLst>
            <pc:docMk/>
            <pc:sldMk cId="1043601611" sldId="321"/>
            <ac:spMk id="19" creationId="{7A659246-9053-806E-F4BD-72E6FE15E9A0}"/>
          </ac:spMkLst>
        </pc:spChg>
        <pc:spChg chg="add del mod">
          <ac:chgData name="Dario Savaresi" userId="f271b77c5d540ba5" providerId="LiveId" clId="{4803DB16-FEAA-473A-B909-8664963CE6E7}" dt="2026-07-11T18:59:15.184" v="876" actId="478"/>
          <ac:spMkLst>
            <pc:docMk/>
            <pc:sldMk cId="1043601611" sldId="321"/>
            <ac:spMk id="21" creationId="{54DDF5D0-8908-041E-ACC7-AF0A68CB4AFE}"/>
          </ac:spMkLst>
        </pc:spChg>
        <pc:spChg chg="add mod">
          <ac:chgData name="Dario Savaresi" userId="f271b77c5d540ba5" providerId="LiveId" clId="{4803DB16-FEAA-473A-B909-8664963CE6E7}" dt="2026-07-11T19:31:22.890" v="3069" actId="20577"/>
          <ac:spMkLst>
            <pc:docMk/>
            <pc:sldMk cId="1043601611" sldId="321"/>
            <ac:spMk id="23" creationId="{3E3D816F-9C1C-05CB-B57B-D9E770AC5E2D}"/>
          </ac:spMkLst>
        </pc:spChg>
        <pc:spChg chg="add mod">
          <ac:chgData name="Dario Savaresi" userId="f271b77c5d540ba5" providerId="LiveId" clId="{4803DB16-FEAA-473A-B909-8664963CE6E7}" dt="2026-07-11T18:58:51.798" v="873" actId="14100"/>
          <ac:spMkLst>
            <pc:docMk/>
            <pc:sldMk cId="1043601611" sldId="321"/>
            <ac:spMk id="29" creationId="{5D932959-58FA-511E-428A-3D689C44852E}"/>
          </ac:spMkLst>
        </pc:spChg>
        <pc:picChg chg="add mod">
          <ac:chgData name="Dario Savaresi" userId="f271b77c5d540ba5" providerId="LiveId" clId="{4803DB16-FEAA-473A-B909-8664963CE6E7}" dt="2026-07-11T18:52:13.216" v="592" actId="1076"/>
          <ac:picMkLst>
            <pc:docMk/>
            <pc:sldMk cId="1043601611" sldId="321"/>
            <ac:picMk id="10" creationId="{8FB5F715-CEA0-85F1-73CF-E8331982ED0D}"/>
          </ac:picMkLst>
        </pc:picChg>
        <pc:picChg chg="add mod">
          <ac:chgData name="Dario Savaresi" userId="f271b77c5d540ba5" providerId="LiveId" clId="{4803DB16-FEAA-473A-B909-8664963CE6E7}" dt="2026-07-11T18:52:13.216" v="592" actId="1076"/>
          <ac:picMkLst>
            <pc:docMk/>
            <pc:sldMk cId="1043601611" sldId="321"/>
            <ac:picMk id="12" creationId="{DABA5CD6-1D1B-222E-E008-EBCA6DAA9FFC}"/>
          </ac:picMkLst>
        </pc:picChg>
        <pc:picChg chg="add mod">
          <ac:chgData name="Dario Savaresi" userId="f271b77c5d540ba5" providerId="LiveId" clId="{4803DB16-FEAA-473A-B909-8664963CE6E7}" dt="2026-07-11T18:52:13.216" v="592" actId="1076"/>
          <ac:picMkLst>
            <pc:docMk/>
            <pc:sldMk cId="1043601611" sldId="321"/>
            <ac:picMk id="14" creationId="{FE105929-BBB3-E26F-8B3F-FD86CE6FFFE7}"/>
          </ac:picMkLst>
        </pc:picChg>
        <pc:picChg chg="add mod">
          <ac:chgData name="Dario Savaresi" userId="f271b77c5d540ba5" providerId="LiveId" clId="{4803DB16-FEAA-473A-B909-8664963CE6E7}" dt="2026-07-11T18:52:13.216" v="592" actId="1076"/>
          <ac:picMkLst>
            <pc:docMk/>
            <pc:sldMk cId="1043601611" sldId="321"/>
            <ac:picMk id="16" creationId="{C9AEDEE3-3EA2-D50F-BCA6-18018AD7D46A}"/>
          </ac:picMkLst>
        </pc:picChg>
        <pc:picChg chg="add mod">
          <ac:chgData name="Dario Savaresi" userId="f271b77c5d540ba5" providerId="LiveId" clId="{4803DB16-FEAA-473A-B909-8664963CE6E7}" dt="2026-07-11T18:52:13.216" v="592" actId="1076"/>
          <ac:picMkLst>
            <pc:docMk/>
            <pc:sldMk cId="1043601611" sldId="321"/>
            <ac:picMk id="18" creationId="{C823740A-601C-97E5-3AA7-BD13AAF31A62}"/>
          </ac:picMkLst>
        </pc:picChg>
        <pc:picChg chg="add mod">
          <ac:chgData name="Dario Savaresi" userId="f271b77c5d540ba5" providerId="LiveId" clId="{4803DB16-FEAA-473A-B909-8664963CE6E7}" dt="2026-07-11T18:57:35.583" v="834" actId="1076"/>
          <ac:picMkLst>
            <pc:docMk/>
            <pc:sldMk cId="1043601611" sldId="321"/>
            <ac:picMk id="25" creationId="{73EFC083-4DB2-E53E-8E51-241BBED1D5D2}"/>
          </ac:picMkLst>
        </pc:picChg>
        <pc:picChg chg="add mod">
          <ac:chgData name="Dario Savaresi" userId="f271b77c5d540ba5" providerId="LiveId" clId="{4803DB16-FEAA-473A-B909-8664963CE6E7}" dt="2026-07-11T18:56:56.899" v="830" actId="1076"/>
          <ac:picMkLst>
            <pc:docMk/>
            <pc:sldMk cId="1043601611" sldId="321"/>
            <ac:picMk id="27" creationId="{0DCD8713-3C59-D4DC-2D45-29351E51986A}"/>
          </ac:picMkLst>
        </pc:picChg>
      </pc:sldChg>
      <pc:sldChg chg="del">
        <pc:chgData name="Dario Savaresi" userId="f271b77c5d540ba5" providerId="LiveId" clId="{4803DB16-FEAA-473A-B909-8664963CE6E7}" dt="2026-07-11T18:47:58.047" v="166" actId="47"/>
        <pc:sldMkLst>
          <pc:docMk/>
          <pc:sldMk cId="3625335479" sldId="322"/>
        </pc:sldMkLst>
      </pc:sldChg>
      <pc:sldChg chg="del">
        <pc:chgData name="Dario Savaresi" userId="f271b77c5d540ba5" providerId="LiveId" clId="{4803DB16-FEAA-473A-B909-8664963CE6E7}" dt="2026-07-11T18:47:58.047" v="166" actId="47"/>
        <pc:sldMkLst>
          <pc:docMk/>
          <pc:sldMk cId="764176383" sldId="323"/>
        </pc:sldMkLst>
      </pc:sldChg>
      <pc:sldChg chg="del">
        <pc:chgData name="Dario Savaresi" userId="f271b77c5d540ba5" providerId="LiveId" clId="{4803DB16-FEAA-473A-B909-8664963CE6E7}" dt="2026-07-11T18:47:58.047" v="166" actId="47"/>
        <pc:sldMkLst>
          <pc:docMk/>
          <pc:sldMk cId="3008829112" sldId="324"/>
        </pc:sldMkLst>
      </pc:sldChg>
      <pc:sldChg chg="del">
        <pc:chgData name="Dario Savaresi" userId="f271b77c5d540ba5" providerId="LiveId" clId="{4803DB16-FEAA-473A-B909-8664963CE6E7}" dt="2026-07-11T18:47:58.047" v="166" actId="47"/>
        <pc:sldMkLst>
          <pc:docMk/>
          <pc:sldMk cId="2447640516" sldId="325"/>
        </pc:sldMkLst>
      </pc:sldChg>
      <pc:sldChg chg="del">
        <pc:chgData name="Dario Savaresi" userId="f271b77c5d540ba5" providerId="LiveId" clId="{4803DB16-FEAA-473A-B909-8664963CE6E7}" dt="2026-07-11T18:47:58.047" v="166" actId="47"/>
        <pc:sldMkLst>
          <pc:docMk/>
          <pc:sldMk cId="869402620" sldId="326"/>
        </pc:sldMkLst>
      </pc:sldChg>
      <pc:sldChg chg="del">
        <pc:chgData name="Dario Savaresi" userId="f271b77c5d540ba5" providerId="LiveId" clId="{4803DB16-FEAA-473A-B909-8664963CE6E7}" dt="2026-07-11T18:47:58.047" v="166" actId="47"/>
        <pc:sldMkLst>
          <pc:docMk/>
          <pc:sldMk cId="1854532787" sldId="327"/>
        </pc:sldMkLst>
      </pc:sldChg>
      <pc:sldChg chg="del">
        <pc:chgData name="Dario Savaresi" userId="f271b77c5d540ba5" providerId="LiveId" clId="{4803DB16-FEAA-473A-B909-8664963CE6E7}" dt="2026-07-11T18:47:58.047" v="166" actId="47"/>
        <pc:sldMkLst>
          <pc:docMk/>
          <pc:sldMk cId="647876971" sldId="328"/>
        </pc:sldMkLst>
      </pc:sldChg>
      <pc:sldChg chg="del">
        <pc:chgData name="Dario Savaresi" userId="f271b77c5d540ba5" providerId="LiveId" clId="{4803DB16-FEAA-473A-B909-8664963CE6E7}" dt="2026-07-11T18:47:58.047" v="166" actId="47"/>
        <pc:sldMkLst>
          <pc:docMk/>
          <pc:sldMk cId="3906044694" sldId="329"/>
        </pc:sldMkLst>
      </pc:sldChg>
      <pc:sldChg chg="del">
        <pc:chgData name="Dario Savaresi" userId="f271b77c5d540ba5" providerId="LiveId" clId="{4803DB16-FEAA-473A-B909-8664963CE6E7}" dt="2026-07-11T18:47:58.047" v="166" actId="47"/>
        <pc:sldMkLst>
          <pc:docMk/>
          <pc:sldMk cId="1284484597" sldId="330"/>
        </pc:sldMkLst>
      </pc:sldChg>
      <pc:sldChg chg="del">
        <pc:chgData name="Dario Savaresi" userId="f271b77c5d540ba5" providerId="LiveId" clId="{4803DB16-FEAA-473A-B909-8664963CE6E7}" dt="2026-07-11T18:47:58.047" v="166" actId="47"/>
        <pc:sldMkLst>
          <pc:docMk/>
          <pc:sldMk cId="869567820" sldId="331"/>
        </pc:sldMkLst>
      </pc:sldChg>
      <pc:sldChg chg="del">
        <pc:chgData name="Dario Savaresi" userId="f271b77c5d540ba5" providerId="LiveId" clId="{4803DB16-FEAA-473A-B909-8664963CE6E7}" dt="2026-07-11T18:47:58.047" v="166" actId="47"/>
        <pc:sldMkLst>
          <pc:docMk/>
          <pc:sldMk cId="3943912749" sldId="332"/>
        </pc:sldMkLst>
      </pc:sldChg>
      <pc:sldChg chg="del">
        <pc:chgData name="Dario Savaresi" userId="f271b77c5d540ba5" providerId="LiveId" clId="{4803DB16-FEAA-473A-B909-8664963CE6E7}" dt="2026-07-11T18:47:58.047" v="166" actId="47"/>
        <pc:sldMkLst>
          <pc:docMk/>
          <pc:sldMk cId="2320084506" sldId="333"/>
        </pc:sldMkLst>
      </pc:sldChg>
      <pc:sldChg chg="del">
        <pc:chgData name="Dario Savaresi" userId="f271b77c5d540ba5" providerId="LiveId" clId="{4803DB16-FEAA-473A-B909-8664963CE6E7}" dt="2026-07-11T18:47:58.047" v="166" actId="47"/>
        <pc:sldMkLst>
          <pc:docMk/>
          <pc:sldMk cId="756858610" sldId="334"/>
        </pc:sldMkLst>
      </pc:sldChg>
      <pc:sldChg chg="del">
        <pc:chgData name="Dario Savaresi" userId="f271b77c5d540ba5" providerId="LiveId" clId="{4803DB16-FEAA-473A-B909-8664963CE6E7}" dt="2026-07-11T18:47:58.047" v="166" actId="47"/>
        <pc:sldMkLst>
          <pc:docMk/>
          <pc:sldMk cId="3412715830" sldId="335"/>
        </pc:sldMkLst>
      </pc:sldChg>
      <pc:sldChg chg="del">
        <pc:chgData name="Dario Savaresi" userId="f271b77c5d540ba5" providerId="LiveId" clId="{4803DB16-FEAA-473A-B909-8664963CE6E7}" dt="2026-07-11T18:47:58.047" v="166" actId="47"/>
        <pc:sldMkLst>
          <pc:docMk/>
          <pc:sldMk cId="535457813" sldId="336"/>
        </pc:sldMkLst>
      </pc:sldChg>
      <pc:sldChg chg="del">
        <pc:chgData name="Dario Savaresi" userId="f271b77c5d540ba5" providerId="LiveId" clId="{4803DB16-FEAA-473A-B909-8664963CE6E7}" dt="2026-07-11T18:47:58.047" v="166" actId="47"/>
        <pc:sldMkLst>
          <pc:docMk/>
          <pc:sldMk cId="3000376423" sldId="337"/>
        </pc:sldMkLst>
      </pc:sldChg>
      <pc:sldChg chg="del">
        <pc:chgData name="Dario Savaresi" userId="f271b77c5d540ba5" providerId="LiveId" clId="{4803DB16-FEAA-473A-B909-8664963CE6E7}" dt="2026-07-11T18:47:58.047" v="166" actId="47"/>
        <pc:sldMkLst>
          <pc:docMk/>
          <pc:sldMk cId="3731751374" sldId="338"/>
        </pc:sldMkLst>
      </pc:sldChg>
      <pc:sldChg chg="addSp delSp modSp add mod">
        <pc:chgData name="Dario Savaresi" userId="f271b77c5d540ba5" providerId="LiveId" clId="{4803DB16-FEAA-473A-B909-8664963CE6E7}" dt="2026-07-11T19:31:33.243" v="3075" actId="20577"/>
        <pc:sldMkLst>
          <pc:docMk/>
          <pc:sldMk cId="1614076160" sldId="340"/>
        </pc:sldMkLst>
        <pc:spChg chg="mod">
          <ac:chgData name="Dario Savaresi" userId="f271b77c5d540ba5" providerId="LiveId" clId="{4803DB16-FEAA-473A-B909-8664963CE6E7}" dt="2026-07-11T18:59:47.489" v="907" actId="20577"/>
          <ac:spMkLst>
            <pc:docMk/>
            <pc:sldMk cId="1614076160" sldId="340"/>
            <ac:spMk id="4" creationId="{CD3F4DE6-6366-1723-F667-BD38CA2E3522}"/>
          </ac:spMkLst>
        </pc:spChg>
        <pc:spChg chg="mod">
          <ac:chgData name="Dario Savaresi" userId="f271b77c5d540ba5" providerId="LiveId" clId="{4803DB16-FEAA-473A-B909-8664963CE6E7}" dt="2026-07-11T19:31:33.243" v="3075" actId="20577"/>
          <ac:spMkLst>
            <pc:docMk/>
            <pc:sldMk cId="1614076160" sldId="340"/>
            <ac:spMk id="8" creationId="{56F56D03-89BF-0F1A-32E8-D7BE59CB0792}"/>
          </ac:spMkLst>
        </pc:spChg>
        <pc:spChg chg="mod">
          <ac:chgData name="Dario Savaresi" userId="f271b77c5d540ba5" providerId="LiveId" clId="{4803DB16-FEAA-473A-B909-8664963CE6E7}" dt="2026-07-11T18:59:56" v="916" actId="14100"/>
          <ac:spMkLst>
            <pc:docMk/>
            <pc:sldMk cId="1614076160" sldId="340"/>
            <ac:spMk id="19" creationId="{76D1DAE4-77E3-E60A-B6D4-F0135E90C3DF}"/>
          </ac:spMkLst>
        </pc:spChg>
        <pc:spChg chg="mod">
          <ac:chgData name="Dario Savaresi" userId="f271b77c5d540ba5" providerId="LiveId" clId="{4803DB16-FEAA-473A-B909-8664963CE6E7}" dt="2026-07-11T19:06:10.466" v="1593" actId="1076"/>
          <ac:spMkLst>
            <pc:docMk/>
            <pc:sldMk cId="1614076160" sldId="340"/>
            <ac:spMk id="23" creationId="{B291FDE5-1FC6-10D2-57AF-D3A43709B347}"/>
          </ac:spMkLst>
        </pc:spChg>
        <pc:spChg chg="mod">
          <ac:chgData name="Dario Savaresi" userId="f271b77c5d540ba5" providerId="LiveId" clId="{4803DB16-FEAA-473A-B909-8664963CE6E7}" dt="2026-07-11T19:00:11.346" v="942" actId="14100"/>
          <ac:spMkLst>
            <pc:docMk/>
            <pc:sldMk cId="1614076160" sldId="340"/>
            <ac:spMk id="29" creationId="{03E4AD57-4935-A904-6BD3-9C294F23237D}"/>
          </ac:spMkLst>
        </pc:spChg>
        <pc:picChg chg="add mod">
          <ac:chgData name="Dario Savaresi" userId="f271b77c5d540ba5" providerId="LiveId" clId="{4803DB16-FEAA-473A-B909-8664963CE6E7}" dt="2026-07-11T19:06:02.491" v="1592" actId="1076"/>
          <ac:picMkLst>
            <pc:docMk/>
            <pc:sldMk cId="1614076160" sldId="340"/>
            <ac:picMk id="6" creationId="{35F951FF-C753-560C-EADE-76C982CE64B5}"/>
          </ac:picMkLst>
        </pc:picChg>
        <pc:picChg chg="del">
          <ac:chgData name="Dario Savaresi" userId="f271b77c5d540ba5" providerId="LiveId" clId="{4803DB16-FEAA-473A-B909-8664963CE6E7}" dt="2026-07-11T19:00:19.941" v="943" actId="478"/>
          <ac:picMkLst>
            <pc:docMk/>
            <pc:sldMk cId="1614076160" sldId="340"/>
            <ac:picMk id="10" creationId="{0D57A2EF-8A09-89D0-A860-F4A90A21ECB5}"/>
          </ac:picMkLst>
        </pc:picChg>
        <pc:picChg chg="add mod">
          <ac:chgData name="Dario Savaresi" userId="f271b77c5d540ba5" providerId="LiveId" clId="{4803DB16-FEAA-473A-B909-8664963CE6E7}" dt="2026-07-11T19:07:49.270" v="1598" actId="1076"/>
          <ac:picMkLst>
            <pc:docMk/>
            <pc:sldMk cId="1614076160" sldId="340"/>
            <ac:picMk id="11" creationId="{C3FCA959-A94E-A2E4-368F-38C04A2EF2A7}"/>
          </ac:picMkLst>
        </pc:picChg>
        <pc:picChg chg="del">
          <ac:chgData name="Dario Savaresi" userId="f271b77c5d540ba5" providerId="LiveId" clId="{4803DB16-FEAA-473A-B909-8664963CE6E7}" dt="2026-07-11T19:00:19.941" v="943" actId="478"/>
          <ac:picMkLst>
            <pc:docMk/>
            <pc:sldMk cId="1614076160" sldId="340"/>
            <ac:picMk id="12" creationId="{C7B1FF71-F0CC-53CE-0ACC-4E777398CFB3}"/>
          </ac:picMkLst>
        </pc:picChg>
        <pc:picChg chg="del">
          <ac:chgData name="Dario Savaresi" userId="f271b77c5d540ba5" providerId="LiveId" clId="{4803DB16-FEAA-473A-B909-8664963CE6E7}" dt="2026-07-11T19:00:19.941" v="943" actId="478"/>
          <ac:picMkLst>
            <pc:docMk/>
            <pc:sldMk cId="1614076160" sldId="340"/>
            <ac:picMk id="14" creationId="{3AA8D294-59CF-974D-DF76-178F1F398878}"/>
          </ac:picMkLst>
        </pc:picChg>
        <pc:picChg chg="add mod">
          <ac:chgData name="Dario Savaresi" userId="f271b77c5d540ba5" providerId="LiveId" clId="{4803DB16-FEAA-473A-B909-8664963CE6E7}" dt="2026-07-11T19:07:37.940" v="1597" actId="1076"/>
          <ac:picMkLst>
            <pc:docMk/>
            <pc:sldMk cId="1614076160" sldId="340"/>
            <ac:picMk id="15" creationId="{9AC94082-73F6-0E8E-38BE-0FAAE6176A47}"/>
          </ac:picMkLst>
        </pc:picChg>
        <pc:picChg chg="del">
          <ac:chgData name="Dario Savaresi" userId="f271b77c5d540ba5" providerId="LiveId" clId="{4803DB16-FEAA-473A-B909-8664963CE6E7}" dt="2026-07-11T19:00:19.941" v="943" actId="478"/>
          <ac:picMkLst>
            <pc:docMk/>
            <pc:sldMk cId="1614076160" sldId="340"/>
            <ac:picMk id="16" creationId="{A4D98C0D-CC00-36C1-8448-D32048856F0A}"/>
          </ac:picMkLst>
        </pc:picChg>
        <pc:picChg chg="del">
          <ac:chgData name="Dario Savaresi" userId="f271b77c5d540ba5" providerId="LiveId" clId="{4803DB16-FEAA-473A-B909-8664963CE6E7}" dt="2026-07-11T19:00:19.941" v="943" actId="478"/>
          <ac:picMkLst>
            <pc:docMk/>
            <pc:sldMk cId="1614076160" sldId="340"/>
            <ac:picMk id="18" creationId="{529F99B0-EA57-F8DA-F73B-8D7B82116AAF}"/>
          </ac:picMkLst>
        </pc:picChg>
        <pc:picChg chg="del">
          <ac:chgData name="Dario Savaresi" userId="f271b77c5d540ba5" providerId="LiveId" clId="{4803DB16-FEAA-473A-B909-8664963CE6E7}" dt="2026-07-11T19:00:31.567" v="950" actId="478"/>
          <ac:picMkLst>
            <pc:docMk/>
            <pc:sldMk cId="1614076160" sldId="340"/>
            <ac:picMk id="25" creationId="{A9798101-B382-9B76-AEB7-ECD2E7140138}"/>
          </ac:picMkLst>
        </pc:picChg>
        <pc:picChg chg="del">
          <ac:chgData name="Dario Savaresi" userId="f271b77c5d540ba5" providerId="LiveId" clId="{4803DB16-FEAA-473A-B909-8664963CE6E7}" dt="2026-07-11T19:00:31.567" v="950" actId="478"/>
          <ac:picMkLst>
            <pc:docMk/>
            <pc:sldMk cId="1614076160" sldId="340"/>
            <ac:picMk id="27" creationId="{83CA33F3-FBBD-31D3-AB1E-98A3D33E797C}"/>
          </ac:picMkLst>
        </pc:picChg>
      </pc:sldChg>
      <pc:sldChg chg="addSp delSp modSp add mod">
        <pc:chgData name="Dario Savaresi" userId="f271b77c5d540ba5" providerId="LiveId" clId="{4803DB16-FEAA-473A-B909-8664963CE6E7}" dt="2026-07-11T19:19:54.040" v="2185" actId="20577"/>
        <pc:sldMkLst>
          <pc:docMk/>
          <pc:sldMk cId="1385622852" sldId="341"/>
        </pc:sldMkLst>
        <pc:spChg chg="del">
          <ac:chgData name="Dario Savaresi" userId="f271b77c5d540ba5" providerId="LiveId" clId="{4803DB16-FEAA-473A-B909-8664963CE6E7}" dt="2026-07-11T19:08:25.113" v="1616" actId="478"/>
          <ac:spMkLst>
            <pc:docMk/>
            <pc:sldMk cId="1385622852" sldId="341"/>
            <ac:spMk id="2" creationId="{2BD6B1E5-7D01-AE08-2530-E08ADBF5E68D}"/>
          </ac:spMkLst>
        </pc:spChg>
        <pc:spChg chg="add mod">
          <ac:chgData name="Dario Savaresi" userId="f271b77c5d540ba5" providerId="LiveId" clId="{4803DB16-FEAA-473A-B909-8664963CE6E7}" dt="2026-07-11T19:09:20.710" v="1629" actId="207"/>
          <ac:spMkLst>
            <pc:docMk/>
            <pc:sldMk cId="1385622852" sldId="341"/>
            <ac:spMk id="3" creationId="{E26BFCF8-FB63-2EE0-6508-B62E8BCA8DB3}"/>
          </ac:spMkLst>
        </pc:spChg>
        <pc:spChg chg="mod">
          <ac:chgData name="Dario Savaresi" userId="f271b77c5d540ba5" providerId="LiveId" clId="{4803DB16-FEAA-473A-B909-8664963CE6E7}" dt="2026-07-11T19:08:15.391" v="1615" actId="20577"/>
          <ac:spMkLst>
            <pc:docMk/>
            <pc:sldMk cId="1385622852" sldId="341"/>
            <ac:spMk id="4" creationId="{2906CD92-45E4-C63B-2737-CB27828E6400}"/>
          </ac:spMkLst>
        </pc:spChg>
        <pc:spChg chg="del">
          <ac:chgData name="Dario Savaresi" userId="f271b77c5d540ba5" providerId="LiveId" clId="{4803DB16-FEAA-473A-B909-8664963CE6E7}" dt="2026-07-11T19:08:25.113" v="1616" actId="478"/>
          <ac:spMkLst>
            <pc:docMk/>
            <pc:sldMk cId="1385622852" sldId="341"/>
            <ac:spMk id="7" creationId="{20E5200C-6C3D-351F-4B2D-C85B7039775A}"/>
          </ac:spMkLst>
        </pc:spChg>
        <pc:spChg chg="del">
          <ac:chgData name="Dario Savaresi" userId="f271b77c5d540ba5" providerId="LiveId" clId="{4803DB16-FEAA-473A-B909-8664963CE6E7}" dt="2026-07-11T19:08:25.113" v="1616" actId="478"/>
          <ac:spMkLst>
            <pc:docMk/>
            <pc:sldMk cId="1385622852" sldId="341"/>
            <ac:spMk id="8" creationId="{2A593FDE-442B-040F-A6E0-FD2EED903BFB}"/>
          </ac:spMkLst>
        </pc:spChg>
        <pc:spChg chg="add mod">
          <ac:chgData name="Dario Savaresi" userId="f271b77c5d540ba5" providerId="LiveId" clId="{4803DB16-FEAA-473A-B909-8664963CE6E7}" dt="2026-07-11T19:09:23.797" v="1630" actId="207"/>
          <ac:spMkLst>
            <pc:docMk/>
            <pc:sldMk cId="1385622852" sldId="341"/>
            <ac:spMk id="10" creationId="{D257A171-DC79-D1F5-1C69-519E26BFA94D}"/>
          </ac:spMkLst>
        </pc:spChg>
        <pc:spChg chg="add mod">
          <ac:chgData name="Dario Savaresi" userId="f271b77c5d540ba5" providerId="LiveId" clId="{4803DB16-FEAA-473A-B909-8664963CE6E7}" dt="2026-07-11T19:09:11.270" v="1628" actId="12789"/>
          <ac:spMkLst>
            <pc:docMk/>
            <pc:sldMk cId="1385622852" sldId="341"/>
            <ac:spMk id="13" creationId="{39DE2518-60B1-0DD1-A22D-CEDFEF136842}"/>
          </ac:spMkLst>
        </pc:spChg>
        <pc:spChg chg="add mod">
          <ac:chgData name="Dario Savaresi" userId="f271b77c5d540ba5" providerId="LiveId" clId="{4803DB16-FEAA-473A-B909-8664963CE6E7}" dt="2026-07-11T19:09:27.102" v="1631" actId="207"/>
          <ac:spMkLst>
            <pc:docMk/>
            <pc:sldMk cId="1385622852" sldId="341"/>
            <ac:spMk id="16" creationId="{2FD31842-E967-DA83-F695-1CA1F0431B24}"/>
          </ac:spMkLst>
        </pc:spChg>
        <pc:spChg chg="del">
          <ac:chgData name="Dario Savaresi" userId="f271b77c5d540ba5" providerId="LiveId" clId="{4803DB16-FEAA-473A-B909-8664963CE6E7}" dt="2026-07-11T19:08:25.113" v="1616" actId="478"/>
          <ac:spMkLst>
            <pc:docMk/>
            <pc:sldMk cId="1385622852" sldId="341"/>
            <ac:spMk id="19" creationId="{6497A3B4-B17A-257D-33CE-81B6670B4524}"/>
          </ac:spMkLst>
        </pc:spChg>
        <pc:spChg chg="del">
          <ac:chgData name="Dario Savaresi" userId="f271b77c5d540ba5" providerId="LiveId" clId="{4803DB16-FEAA-473A-B909-8664963CE6E7}" dt="2026-07-11T19:08:25.113" v="1616" actId="478"/>
          <ac:spMkLst>
            <pc:docMk/>
            <pc:sldMk cId="1385622852" sldId="341"/>
            <ac:spMk id="23" creationId="{31E551FB-4E0E-81EF-545B-18B631D6C52F}"/>
          </ac:spMkLst>
        </pc:spChg>
        <pc:spChg chg="add mod">
          <ac:chgData name="Dario Savaresi" userId="f271b77c5d540ba5" providerId="LiveId" clId="{4803DB16-FEAA-473A-B909-8664963CE6E7}" dt="2026-07-11T19:19:44.928" v="2181" actId="12789"/>
          <ac:spMkLst>
            <pc:docMk/>
            <pc:sldMk cId="1385622852" sldId="341"/>
            <ac:spMk id="26" creationId="{9180A95D-ABAA-AC85-7853-BD11A4B02ED1}"/>
          </ac:spMkLst>
        </pc:spChg>
        <pc:spChg chg="add mod">
          <ac:chgData name="Dario Savaresi" userId="f271b77c5d540ba5" providerId="LiveId" clId="{4803DB16-FEAA-473A-B909-8664963CE6E7}" dt="2026-07-11T19:19:44.928" v="2181" actId="12789"/>
          <ac:spMkLst>
            <pc:docMk/>
            <pc:sldMk cId="1385622852" sldId="341"/>
            <ac:spMk id="28" creationId="{6925547A-04BC-10F9-7A70-458F77F6776A}"/>
          </ac:spMkLst>
        </pc:spChg>
        <pc:spChg chg="del">
          <ac:chgData name="Dario Savaresi" userId="f271b77c5d540ba5" providerId="LiveId" clId="{4803DB16-FEAA-473A-B909-8664963CE6E7}" dt="2026-07-11T19:08:25.113" v="1616" actId="478"/>
          <ac:spMkLst>
            <pc:docMk/>
            <pc:sldMk cId="1385622852" sldId="341"/>
            <ac:spMk id="29" creationId="{121063B6-FEE5-EC0E-F935-1278793337B5}"/>
          </ac:spMkLst>
        </pc:spChg>
        <pc:spChg chg="add mod">
          <ac:chgData name="Dario Savaresi" userId="f271b77c5d540ba5" providerId="LiveId" clId="{4803DB16-FEAA-473A-B909-8664963CE6E7}" dt="2026-07-11T19:18:21.078" v="2170" actId="1036"/>
          <ac:spMkLst>
            <pc:docMk/>
            <pc:sldMk cId="1385622852" sldId="341"/>
            <ac:spMk id="30" creationId="{A9020ACE-5D2D-9F0C-5344-C86FE357188E}"/>
          </ac:spMkLst>
        </pc:spChg>
        <pc:spChg chg="add mod">
          <ac:chgData name="Dario Savaresi" userId="f271b77c5d540ba5" providerId="LiveId" clId="{4803DB16-FEAA-473A-B909-8664963CE6E7}" dt="2026-07-11T19:18:21.078" v="2170" actId="1036"/>
          <ac:spMkLst>
            <pc:docMk/>
            <pc:sldMk cId="1385622852" sldId="341"/>
            <ac:spMk id="32" creationId="{C9FE2574-7352-42A0-0840-98A751C2CA96}"/>
          </ac:spMkLst>
        </pc:spChg>
        <pc:spChg chg="add mod">
          <ac:chgData name="Dario Savaresi" userId="f271b77c5d540ba5" providerId="LiveId" clId="{4803DB16-FEAA-473A-B909-8664963CE6E7}" dt="2026-07-11T19:18:21.078" v="2170" actId="1036"/>
          <ac:spMkLst>
            <pc:docMk/>
            <pc:sldMk cId="1385622852" sldId="341"/>
            <ac:spMk id="34" creationId="{63BE092B-7CE9-1499-15EF-C015904832EE}"/>
          </ac:spMkLst>
        </pc:spChg>
        <pc:spChg chg="add mod">
          <ac:chgData name="Dario Savaresi" userId="f271b77c5d540ba5" providerId="LiveId" clId="{4803DB16-FEAA-473A-B909-8664963CE6E7}" dt="2026-07-11T19:18:21.078" v="2170" actId="1036"/>
          <ac:spMkLst>
            <pc:docMk/>
            <pc:sldMk cId="1385622852" sldId="341"/>
            <ac:spMk id="36" creationId="{934A2C60-6C62-A349-4E9D-B0F6B1E66035}"/>
          </ac:spMkLst>
        </pc:spChg>
        <pc:spChg chg="add mod">
          <ac:chgData name="Dario Savaresi" userId="f271b77c5d540ba5" providerId="LiveId" clId="{4803DB16-FEAA-473A-B909-8664963CE6E7}" dt="2026-07-11T19:19:44.928" v="2181" actId="12789"/>
          <ac:spMkLst>
            <pc:docMk/>
            <pc:sldMk cId="1385622852" sldId="341"/>
            <ac:spMk id="38" creationId="{82B2CA8F-B175-CD7B-6697-EA32C5D262CA}"/>
          </ac:spMkLst>
        </pc:spChg>
        <pc:spChg chg="add mod">
          <ac:chgData name="Dario Savaresi" userId="f271b77c5d540ba5" providerId="LiveId" clId="{4803DB16-FEAA-473A-B909-8664963CE6E7}" dt="2026-07-11T19:19:50.991" v="2183" actId="20577"/>
          <ac:spMkLst>
            <pc:docMk/>
            <pc:sldMk cId="1385622852" sldId="341"/>
            <ac:spMk id="40" creationId="{269EE11C-06BC-2C16-F96E-91A1B531293B}"/>
          </ac:spMkLst>
        </pc:spChg>
        <pc:spChg chg="add mod">
          <ac:chgData name="Dario Savaresi" userId="f271b77c5d540ba5" providerId="LiveId" clId="{4803DB16-FEAA-473A-B909-8664963CE6E7}" dt="2026-07-11T19:19:54.040" v="2185" actId="20577"/>
          <ac:spMkLst>
            <pc:docMk/>
            <pc:sldMk cId="1385622852" sldId="341"/>
            <ac:spMk id="42" creationId="{670C6405-EC5D-EDD0-D802-413DA6C38BF8}"/>
          </ac:spMkLst>
        </pc:spChg>
        <pc:spChg chg="add mod">
          <ac:chgData name="Dario Savaresi" userId="f271b77c5d540ba5" providerId="LiveId" clId="{4803DB16-FEAA-473A-B909-8664963CE6E7}" dt="2026-07-11T19:18:10.342" v="2152" actId="12789"/>
          <ac:spMkLst>
            <pc:docMk/>
            <pc:sldMk cId="1385622852" sldId="341"/>
            <ac:spMk id="44" creationId="{3FF0F2FF-D386-6B41-CBE3-3BCE4B807300}"/>
          </ac:spMkLst>
        </pc:spChg>
        <pc:spChg chg="add mod">
          <ac:chgData name="Dario Savaresi" userId="f271b77c5d540ba5" providerId="LiveId" clId="{4803DB16-FEAA-473A-B909-8664963CE6E7}" dt="2026-07-11T19:18:10.342" v="2152" actId="12789"/>
          <ac:spMkLst>
            <pc:docMk/>
            <pc:sldMk cId="1385622852" sldId="341"/>
            <ac:spMk id="46" creationId="{46849716-64B7-4FE1-04E6-AAB5B17DB584}"/>
          </ac:spMkLst>
        </pc:spChg>
        <pc:spChg chg="add mod">
          <ac:chgData name="Dario Savaresi" userId="f271b77c5d540ba5" providerId="LiveId" clId="{4803DB16-FEAA-473A-B909-8664963CE6E7}" dt="2026-07-11T19:18:10.342" v="2152" actId="12789"/>
          <ac:spMkLst>
            <pc:docMk/>
            <pc:sldMk cId="1385622852" sldId="341"/>
            <ac:spMk id="48" creationId="{E781989F-6CBD-60C3-5768-A57F43FA5563}"/>
          </ac:spMkLst>
        </pc:spChg>
        <pc:spChg chg="add mod">
          <ac:chgData name="Dario Savaresi" userId="f271b77c5d540ba5" providerId="LiveId" clId="{4803DB16-FEAA-473A-B909-8664963CE6E7}" dt="2026-07-11T19:18:10.342" v="2152" actId="12789"/>
          <ac:spMkLst>
            <pc:docMk/>
            <pc:sldMk cId="1385622852" sldId="341"/>
            <ac:spMk id="50" creationId="{90DBDF76-7EDF-30DC-56A2-967932BA155A}"/>
          </ac:spMkLst>
        </pc:spChg>
        <pc:spChg chg="add mod">
          <ac:chgData name="Dario Savaresi" userId="f271b77c5d540ba5" providerId="LiveId" clId="{4803DB16-FEAA-473A-B909-8664963CE6E7}" dt="2026-07-11T19:19:44.928" v="2181" actId="12789"/>
          <ac:spMkLst>
            <pc:docMk/>
            <pc:sldMk cId="1385622852" sldId="341"/>
            <ac:spMk id="60" creationId="{DFC8822B-97FF-47BE-84B2-25C269385352}"/>
          </ac:spMkLst>
        </pc:spChg>
        <pc:spChg chg="add mod">
          <ac:chgData name="Dario Savaresi" userId="f271b77c5d540ba5" providerId="LiveId" clId="{4803DB16-FEAA-473A-B909-8664963CE6E7}" dt="2026-07-11T19:19:44.928" v="2181" actId="12789"/>
          <ac:spMkLst>
            <pc:docMk/>
            <pc:sldMk cId="1385622852" sldId="341"/>
            <ac:spMk id="64" creationId="{B9AF47EB-948F-05D4-E654-B8DED5F06DAE}"/>
          </ac:spMkLst>
        </pc:spChg>
        <pc:picChg chg="del">
          <ac:chgData name="Dario Savaresi" userId="f271b77c5d540ba5" providerId="LiveId" clId="{4803DB16-FEAA-473A-B909-8664963CE6E7}" dt="2026-07-11T19:08:25.113" v="1616" actId="478"/>
          <ac:picMkLst>
            <pc:docMk/>
            <pc:sldMk cId="1385622852" sldId="341"/>
            <ac:picMk id="6" creationId="{40C92042-8087-3514-3A73-47D965E7F780}"/>
          </ac:picMkLst>
        </pc:picChg>
        <pc:picChg chg="del">
          <ac:chgData name="Dario Savaresi" userId="f271b77c5d540ba5" providerId="LiveId" clId="{4803DB16-FEAA-473A-B909-8664963CE6E7}" dt="2026-07-11T19:08:27.991" v="1617" actId="478"/>
          <ac:picMkLst>
            <pc:docMk/>
            <pc:sldMk cId="1385622852" sldId="341"/>
            <ac:picMk id="11" creationId="{2AD1DFC8-69DD-DF50-FA03-75EF23412910}"/>
          </ac:picMkLst>
        </pc:picChg>
        <pc:picChg chg="del">
          <ac:chgData name="Dario Savaresi" userId="f271b77c5d540ba5" providerId="LiveId" clId="{4803DB16-FEAA-473A-B909-8664963CE6E7}" dt="2026-07-11T19:08:27.991" v="1617" actId="478"/>
          <ac:picMkLst>
            <pc:docMk/>
            <pc:sldMk cId="1385622852" sldId="341"/>
            <ac:picMk id="15" creationId="{72A83FA2-FD07-4366-2BA8-BDE9D7BD24D4}"/>
          </ac:picMkLst>
        </pc:picChg>
        <pc:picChg chg="add mod">
          <ac:chgData name="Dario Savaresi" userId="f271b77c5d540ba5" providerId="LiveId" clId="{4803DB16-FEAA-473A-B909-8664963CE6E7}" dt="2026-07-11T19:18:10.342" v="2152" actId="12789"/>
          <ac:picMkLst>
            <pc:docMk/>
            <pc:sldMk cId="1385622852" sldId="341"/>
            <ac:picMk id="52" creationId="{05FAE0B2-7431-B80A-6BD8-50B1E54E4D0B}"/>
          </ac:picMkLst>
        </pc:picChg>
        <pc:picChg chg="add mod">
          <ac:chgData name="Dario Savaresi" userId="f271b77c5d540ba5" providerId="LiveId" clId="{4803DB16-FEAA-473A-B909-8664963CE6E7}" dt="2026-07-11T19:18:10.342" v="2152" actId="12789"/>
          <ac:picMkLst>
            <pc:docMk/>
            <pc:sldMk cId="1385622852" sldId="341"/>
            <ac:picMk id="54" creationId="{406DA7BC-4B11-4679-F137-261360F95A12}"/>
          </ac:picMkLst>
        </pc:picChg>
        <pc:picChg chg="add mod">
          <ac:chgData name="Dario Savaresi" userId="f271b77c5d540ba5" providerId="LiveId" clId="{4803DB16-FEAA-473A-B909-8664963CE6E7}" dt="2026-07-11T19:18:10.342" v="2152" actId="12789"/>
          <ac:picMkLst>
            <pc:docMk/>
            <pc:sldMk cId="1385622852" sldId="341"/>
            <ac:picMk id="56" creationId="{9337E2F7-C5F5-A518-1426-00BEE210991C}"/>
          </ac:picMkLst>
        </pc:picChg>
        <pc:picChg chg="add mod">
          <ac:chgData name="Dario Savaresi" userId="f271b77c5d540ba5" providerId="LiveId" clId="{4803DB16-FEAA-473A-B909-8664963CE6E7}" dt="2026-07-11T19:18:10.342" v="2152" actId="12789"/>
          <ac:picMkLst>
            <pc:docMk/>
            <pc:sldMk cId="1385622852" sldId="341"/>
            <ac:picMk id="58" creationId="{79705079-6F78-F1B9-3797-48402989AD28}"/>
          </ac:picMkLst>
        </pc:picChg>
        <pc:picChg chg="add mod">
          <ac:chgData name="Dario Savaresi" userId="f271b77c5d540ba5" providerId="LiveId" clId="{4803DB16-FEAA-473A-B909-8664963CE6E7}" dt="2026-07-11T19:19:44.928" v="2181" actId="12789"/>
          <ac:picMkLst>
            <pc:docMk/>
            <pc:sldMk cId="1385622852" sldId="341"/>
            <ac:picMk id="62" creationId="{ED520749-2060-2609-E27D-F0DADB6FECC3}"/>
          </ac:picMkLst>
        </pc:picChg>
        <pc:picChg chg="add mod">
          <ac:chgData name="Dario Savaresi" userId="f271b77c5d540ba5" providerId="LiveId" clId="{4803DB16-FEAA-473A-B909-8664963CE6E7}" dt="2026-07-11T19:19:44.928" v="2181" actId="12789"/>
          <ac:picMkLst>
            <pc:docMk/>
            <pc:sldMk cId="1385622852" sldId="341"/>
            <ac:picMk id="66" creationId="{AA5FAFD4-D64A-B185-D630-AEAEF967BE54}"/>
          </ac:picMkLst>
        </pc:picChg>
        <pc:cxnChg chg="add mod">
          <ac:chgData name="Dario Savaresi" userId="f271b77c5d540ba5" providerId="LiveId" clId="{4803DB16-FEAA-473A-B909-8664963CE6E7}" dt="2026-07-11T19:09:40.514" v="1635" actId="692"/>
          <ac:cxnSpMkLst>
            <pc:docMk/>
            <pc:sldMk cId="1385622852" sldId="341"/>
            <ac:cxnSpMk id="18" creationId="{1B20638A-019D-331D-60BF-C3956496D71A}"/>
          </ac:cxnSpMkLst>
        </pc:cxnChg>
        <pc:cxnChg chg="add mod">
          <ac:chgData name="Dario Savaresi" userId="f271b77c5d540ba5" providerId="LiveId" clId="{4803DB16-FEAA-473A-B909-8664963CE6E7}" dt="2026-07-11T19:09:49.581" v="1639" actId="692"/>
          <ac:cxnSpMkLst>
            <pc:docMk/>
            <pc:sldMk cId="1385622852" sldId="341"/>
            <ac:cxnSpMk id="21" creationId="{FC04C40F-3FAB-F65C-3FFA-4FB1EC80F741}"/>
          </ac:cxnSpMkLst>
        </pc:cxnChg>
        <pc:cxnChg chg="add mod">
          <ac:chgData name="Dario Savaresi" userId="f271b77c5d540ba5" providerId="LiveId" clId="{4803DB16-FEAA-473A-B909-8664963CE6E7}" dt="2026-07-11T19:10:00.095" v="1643" actId="692"/>
          <ac:cxnSpMkLst>
            <pc:docMk/>
            <pc:sldMk cId="1385622852" sldId="341"/>
            <ac:cxnSpMk id="24" creationId="{F2E49537-6248-EB97-6790-8B19254EBAF1}"/>
          </ac:cxnSpMkLst>
        </pc:cxnChg>
      </pc:sldChg>
      <pc:sldChg chg="addSp delSp modSp add mod">
        <pc:chgData name="Dario Savaresi" userId="f271b77c5d540ba5" providerId="LiveId" clId="{4803DB16-FEAA-473A-B909-8664963CE6E7}" dt="2026-07-11T19:30:35.919" v="3064" actId="2711"/>
        <pc:sldMkLst>
          <pc:docMk/>
          <pc:sldMk cId="1027921797" sldId="342"/>
        </pc:sldMkLst>
        <pc:spChg chg="del">
          <ac:chgData name="Dario Savaresi" userId="f271b77c5d540ba5" providerId="LiveId" clId="{4803DB16-FEAA-473A-B909-8664963CE6E7}" dt="2026-07-11T19:20:31.372" v="2218" actId="478"/>
          <ac:spMkLst>
            <pc:docMk/>
            <pc:sldMk cId="1027921797" sldId="342"/>
            <ac:spMk id="3" creationId="{0314F166-E63F-E85A-E31C-686EFD876623}"/>
          </ac:spMkLst>
        </pc:spChg>
        <pc:spChg chg="mod">
          <ac:chgData name="Dario Savaresi" userId="f271b77c5d540ba5" providerId="LiveId" clId="{4803DB16-FEAA-473A-B909-8664963CE6E7}" dt="2026-07-11T19:20:22.633" v="2217" actId="20577"/>
          <ac:spMkLst>
            <pc:docMk/>
            <pc:sldMk cId="1027921797" sldId="342"/>
            <ac:spMk id="4" creationId="{06D952CF-4C5C-CA3E-752E-010E1755C404}"/>
          </ac:spMkLst>
        </pc:spChg>
        <pc:spChg chg="add mod">
          <ac:chgData name="Dario Savaresi" userId="f271b77c5d540ba5" providerId="LiveId" clId="{4803DB16-FEAA-473A-B909-8664963CE6E7}" dt="2026-07-11T19:27:38.232" v="3041" actId="1076"/>
          <ac:spMkLst>
            <pc:docMk/>
            <pc:sldMk cId="1027921797" sldId="342"/>
            <ac:spMk id="6" creationId="{3782BB9A-003D-32DE-7342-9E03ED746C75}"/>
          </ac:spMkLst>
        </pc:spChg>
        <pc:spChg chg="add mod">
          <ac:chgData name="Dario Savaresi" userId="f271b77c5d540ba5" providerId="LiveId" clId="{4803DB16-FEAA-473A-B909-8664963CE6E7}" dt="2026-07-11T19:29:08.240" v="3054" actId="1076"/>
          <ac:spMkLst>
            <pc:docMk/>
            <pc:sldMk cId="1027921797" sldId="342"/>
            <ac:spMk id="8" creationId="{5218BB9D-B393-096F-91E9-F7BD4955CC27}"/>
          </ac:spMkLst>
        </pc:spChg>
        <pc:spChg chg="del">
          <ac:chgData name="Dario Savaresi" userId="f271b77c5d540ba5" providerId="LiveId" clId="{4803DB16-FEAA-473A-B909-8664963CE6E7}" dt="2026-07-11T19:20:31.372" v="2218" actId="478"/>
          <ac:spMkLst>
            <pc:docMk/>
            <pc:sldMk cId="1027921797" sldId="342"/>
            <ac:spMk id="10" creationId="{2FED9CC2-2BA2-F5E5-1AA2-1DD645EDDE65}"/>
          </ac:spMkLst>
        </pc:spChg>
        <pc:spChg chg="add mod">
          <ac:chgData name="Dario Savaresi" userId="f271b77c5d540ba5" providerId="LiveId" clId="{4803DB16-FEAA-473A-B909-8664963CE6E7}" dt="2026-07-11T19:27:11.363" v="3035" actId="14100"/>
          <ac:spMkLst>
            <pc:docMk/>
            <pc:sldMk cId="1027921797" sldId="342"/>
            <ac:spMk id="11" creationId="{DD77DB85-7B0B-67F0-5D85-11AE3070020F}"/>
          </ac:spMkLst>
        </pc:spChg>
        <pc:spChg chg="del">
          <ac:chgData name="Dario Savaresi" userId="f271b77c5d540ba5" providerId="LiveId" clId="{4803DB16-FEAA-473A-B909-8664963CE6E7}" dt="2026-07-11T19:20:31.372" v="2218" actId="478"/>
          <ac:spMkLst>
            <pc:docMk/>
            <pc:sldMk cId="1027921797" sldId="342"/>
            <ac:spMk id="13" creationId="{D6610200-2928-12CA-1E57-77ABF17D8D35}"/>
          </ac:spMkLst>
        </pc:spChg>
        <pc:spChg chg="del">
          <ac:chgData name="Dario Savaresi" userId="f271b77c5d540ba5" providerId="LiveId" clId="{4803DB16-FEAA-473A-B909-8664963CE6E7}" dt="2026-07-11T19:20:31.372" v="2218" actId="478"/>
          <ac:spMkLst>
            <pc:docMk/>
            <pc:sldMk cId="1027921797" sldId="342"/>
            <ac:spMk id="26" creationId="{BF1AD884-2E06-3228-33AF-906A7B8A414D}"/>
          </ac:spMkLst>
        </pc:spChg>
        <pc:spChg chg="add mod">
          <ac:chgData name="Dario Savaresi" userId="f271b77c5d540ba5" providerId="LiveId" clId="{4803DB16-FEAA-473A-B909-8664963CE6E7}" dt="2026-07-11T19:20:52.989" v="2226" actId="14100"/>
          <ac:spMkLst>
            <pc:docMk/>
            <pc:sldMk cId="1027921797" sldId="342"/>
            <ac:spMk id="31" creationId="{4E605C5C-3C86-3B17-BC17-B7591DF00EF6}"/>
          </ac:spMkLst>
        </pc:spChg>
        <pc:spChg chg="del">
          <ac:chgData name="Dario Savaresi" userId="f271b77c5d540ba5" providerId="LiveId" clId="{4803DB16-FEAA-473A-B909-8664963CE6E7}" dt="2026-07-11T19:20:31.372" v="2218" actId="478"/>
          <ac:spMkLst>
            <pc:docMk/>
            <pc:sldMk cId="1027921797" sldId="342"/>
            <ac:spMk id="32" creationId="{2B92BFE8-7BF4-163C-A70A-7ADB3D5C79F3}"/>
          </ac:spMkLst>
        </pc:spChg>
        <pc:spChg chg="del">
          <ac:chgData name="Dario Savaresi" userId="f271b77c5d540ba5" providerId="LiveId" clId="{4803DB16-FEAA-473A-B909-8664963CE6E7}" dt="2026-07-11T19:20:31.372" v="2218" actId="478"/>
          <ac:spMkLst>
            <pc:docMk/>
            <pc:sldMk cId="1027921797" sldId="342"/>
            <ac:spMk id="34" creationId="{B15C699B-EE0A-E6EF-B612-819F5883E9FE}"/>
          </ac:spMkLst>
        </pc:spChg>
        <pc:spChg chg="add del">
          <ac:chgData name="Dario Savaresi" userId="f271b77c5d540ba5" providerId="LiveId" clId="{4803DB16-FEAA-473A-B909-8664963CE6E7}" dt="2026-07-11T19:24:09.696" v="2660" actId="478"/>
          <ac:spMkLst>
            <pc:docMk/>
            <pc:sldMk cId="1027921797" sldId="342"/>
            <ac:spMk id="35" creationId="{DC51F95E-DCE0-C339-68AC-1A1C906D59C0}"/>
          </ac:spMkLst>
        </pc:spChg>
        <pc:spChg chg="add mod">
          <ac:chgData name="Dario Savaresi" userId="f271b77c5d540ba5" providerId="LiveId" clId="{4803DB16-FEAA-473A-B909-8664963CE6E7}" dt="2026-07-11T19:21:02.198" v="2234" actId="14100"/>
          <ac:spMkLst>
            <pc:docMk/>
            <pc:sldMk cId="1027921797" sldId="342"/>
            <ac:spMk id="39" creationId="{A91ECD3A-3F2D-D068-B74A-83A9C1DD4B79}"/>
          </ac:spMkLst>
        </pc:spChg>
        <pc:spChg chg="del">
          <ac:chgData name="Dario Savaresi" userId="f271b77c5d540ba5" providerId="LiveId" clId="{4803DB16-FEAA-473A-B909-8664963CE6E7}" dt="2026-07-11T19:20:31.372" v="2218" actId="478"/>
          <ac:spMkLst>
            <pc:docMk/>
            <pc:sldMk cId="1027921797" sldId="342"/>
            <ac:spMk id="40" creationId="{2E5A603C-FBD9-8EB9-B432-0256591B145D}"/>
          </ac:spMkLst>
        </pc:spChg>
        <pc:spChg chg="add mod">
          <ac:chgData name="Dario Savaresi" userId="f271b77c5d540ba5" providerId="LiveId" clId="{4803DB16-FEAA-473A-B909-8664963CE6E7}" dt="2026-07-11T19:27:28.731" v="3038" actId="465"/>
          <ac:spMkLst>
            <pc:docMk/>
            <pc:sldMk cId="1027921797" sldId="342"/>
            <ac:spMk id="43" creationId="{BE6144E3-3D26-38C7-1DB0-BC89EFB44BFD}"/>
          </ac:spMkLst>
        </pc:spChg>
        <pc:spChg chg="del">
          <ac:chgData name="Dario Savaresi" userId="f271b77c5d540ba5" providerId="LiveId" clId="{4803DB16-FEAA-473A-B909-8664963CE6E7}" dt="2026-07-11T19:20:31.372" v="2218" actId="478"/>
          <ac:spMkLst>
            <pc:docMk/>
            <pc:sldMk cId="1027921797" sldId="342"/>
            <ac:spMk id="46" creationId="{88E9C880-58E2-711F-EBDF-D3B46F848FF3}"/>
          </ac:spMkLst>
        </pc:spChg>
        <pc:spChg chg="add mod">
          <ac:chgData name="Dario Savaresi" userId="f271b77c5d540ba5" providerId="LiveId" clId="{4803DB16-FEAA-473A-B909-8664963CE6E7}" dt="2026-07-11T19:27:11.363" v="3035" actId="14100"/>
          <ac:spMkLst>
            <pc:docMk/>
            <pc:sldMk cId="1027921797" sldId="342"/>
            <ac:spMk id="47" creationId="{4D7C08D1-450F-BCF7-8593-0FF7AEBBE775}"/>
          </ac:spMkLst>
        </pc:spChg>
        <pc:spChg chg="del">
          <ac:chgData name="Dario Savaresi" userId="f271b77c5d540ba5" providerId="LiveId" clId="{4803DB16-FEAA-473A-B909-8664963CE6E7}" dt="2026-07-11T19:20:31.372" v="2218" actId="478"/>
          <ac:spMkLst>
            <pc:docMk/>
            <pc:sldMk cId="1027921797" sldId="342"/>
            <ac:spMk id="50" creationId="{F3F22FD0-AB00-631A-4400-C4CDFBB8018A}"/>
          </ac:spMkLst>
        </pc:spChg>
        <pc:spChg chg="add mod">
          <ac:chgData name="Dario Savaresi" userId="f271b77c5d540ba5" providerId="LiveId" clId="{4803DB16-FEAA-473A-B909-8664963CE6E7}" dt="2026-07-11T19:28:32.324" v="3048" actId="14100"/>
          <ac:spMkLst>
            <pc:docMk/>
            <pc:sldMk cId="1027921797" sldId="342"/>
            <ac:spMk id="51" creationId="{1EFD231C-C7D4-2D21-A5FE-6B4568C598FC}"/>
          </ac:spMkLst>
        </pc:spChg>
        <pc:spChg chg="add mod">
          <ac:chgData name="Dario Savaresi" userId="f271b77c5d540ba5" providerId="LiveId" clId="{4803DB16-FEAA-473A-B909-8664963CE6E7}" dt="2026-07-11T19:28:32.324" v="3048" actId="14100"/>
          <ac:spMkLst>
            <pc:docMk/>
            <pc:sldMk cId="1027921797" sldId="342"/>
            <ac:spMk id="55" creationId="{C6A0BB15-E16F-E09B-C278-C6CDA340CBB7}"/>
          </ac:spMkLst>
        </pc:spChg>
        <pc:spChg chg="add mod">
          <ac:chgData name="Dario Savaresi" userId="f271b77c5d540ba5" providerId="LiveId" clId="{4803DB16-FEAA-473A-B909-8664963CE6E7}" dt="2026-07-11T19:30:35.919" v="3064" actId="2711"/>
          <ac:spMkLst>
            <pc:docMk/>
            <pc:sldMk cId="1027921797" sldId="342"/>
            <ac:spMk id="59" creationId="{68BC0A11-D37A-1214-E87B-F96992A7193C}"/>
          </ac:spMkLst>
        </pc:spChg>
        <pc:spChg chg="del">
          <ac:chgData name="Dario Savaresi" userId="f271b77c5d540ba5" providerId="LiveId" clId="{4803DB16-FEAA-473A-B909-8664963CE6E7}" dt="2026-07-11T19:20:31.372" v="2218" actId="478"/>
          <ac:spMkLst>
            <pc:docMk/>
            <pc:sldMk cId="1027921797" sldId="342"/>
            <ac:spMk id="60" creationId="{4BC76FD0-C840-9D3D-4DB9-F0F39FF9AAC5}"/>
          </ac:spMkLst>
        </pc:spChg>
        <pc:spChg chg="add mod">
          <ac:chgData name="Dario Savaresi" userId="f271b77c5d540ba5" providerId="LiveId" clId="{4803DB16-FEAA-473A-B909-8664963CE6E7}" dt="2026-07-11T19:30:35.919" v="3064" actId="2711"/>
          <ac:spMkLst>
            <pc:docMk/>
            <pc:sldMk cId="1027921797" sldId="342"/>
            <ac:spMk id="63" creationId="{58B8C76D-EEA1-195D-1ADB-46B252BD0BD7}"/>
          </ac:spMkLst>
        </pc:spChg>
        <pc:spChg chg="add mod">
          <ac:chgData name="Dario Savaresi" userId="f271b77c5d540ba5" providerId="LiveId" clId="{4803DB16-FEAA-473A-B909-8664963CE6E7}" dt="2026-07-11T19:29:59.446" v="3059" actId="12789"/>
          <ac:spMkLst>
            <pc:docMk/>
            <pc:sldMk cId="1027921797" sldId="342"/>
            <ac:spMk id="67" creationId="{EBB20761-AB59-8173-994C-1923B368A44E}"/>
          </ac:spMkLst>
        </pc:spChg>
        <pc:spChg chg="add mod">
          <ac:chgData name="Dario Savaresi" userId="f271b77c5d540ba5" providerId="LiveId" clId="{4803DB16-FEAA-473A-B909-8664963CE6E7}" dt="2026-07-11T19:29:59.446" v="3059" actId="12789"/>
          <ac:spMkLst>
            <pc:docMk/>
            <pc:sldMk cId="1027921797" sldId="342"/>
            <ac:spMk id="69" creationId="{920CFCAA-DCB2-8A48-55B8-6D7DD0583B1D}"/>
          </ac:spMkLst>
        </pc:spChg>
        <pc:picChg chg="add del">
          <ac:chgData name="Dario Savaresi" userId="f271b77c5d540ba5" providerId="LiveId" clId="{4803DB16-FEAA-473A-B909-8664963CE6E7}" dt="2026-07-11T19:21:20.156" v="2253" actId="478"/>
          <ac:picMkLst>
            <pc:docMk/>
            <pc:sldMk cId="1027921797" sldId="342"/>
            <ac:picMk id="14" creationId="{F188BD04-BCD2-54C4-57F5-BC3BB8536D77}"/>
          </ac:picMkLst>
        </pc:picChg>
        <pc:picChg chg="add del">
          <ac:chgData name="Dario Savaresi" userId="f271b77c5d540ba5" providerId="LiveId" clId="{4803DB16-FEAA-473A-B909-8664963CE6E7}" dt="2026-07-11T19:21:20.156" v="2253" actId="478"/>
          <ac:picMkLst>
            <pc:docMk/>
            <pc:sldMk cId="1027921797" sldId="342"/>
            <ac:picMk id="17" creationId="{4C906D5B-6783-A490-57CA-5FD5A0E8C686}"/>
          </ac:picMkLst>
        </pc:picChg>
        <pc:picChg chg="add del">
          <ac:chgData name="Dario Savaresi" userId="f271b77c5d540ba5" providerId="LiveId" clId="{4803DB16-FEAA-473A-B909-8664963CE6E7}" dt="2026-07-11T19:21:20.156" v="2253" actId="478"/>
          <ac:picMkLst>
            <pc:docMk/>
            <pc:sldMk cId="1027921797" sldId="342"/>
            <ac:picMk id="20" creationId="{001A2CFA-17FE-D7E5-191A-C85E2A1443A2}"/>
          </ac:picMkLst>
        </pc:picChg>
        <pc:picChg chg="del">
          <ac:chgData name="Dario Savaresi" userId="f271b77c5d540ba5" providerId="LiveId" clId="{4803DB16-FEAA-473A-B909-8664963CE6E7}" dt="2026-07-11T19:21:20.156" v="2253" actId="478"/>
          <ac:picMkLst>
            <pc:docMk/>
            <pc:sldMk cId="1027921797" sldId="342"/>
            <ac:picMk id="23" creationId="{8BE964B6-A612-A4DF-6BCD-1608930D0AB6}"/>
          </ac:picMkLst>
        </pc:picChg>
        <pc:picChg chg="add del">
          <ac:chgData name="Dario Savaresi" userId="f271b77c5d540ba5" providerId="LiveId" clId="{4803DB16-FEAA-473A-B909-8664963CE6E7}" dt="2026-07-11T19:21:20.156" v="2253" actId="478"/>
          <ac:picMkLst>
            <pc:docMk/>
            <pc:sldMk cId="1027921797" sldId="342"/>
            <ac:picMk id="27" creationId="{810DEF6A-211B-CC54-29ED-D641AB7AE487}"/>
          </ac:picMkLst>
        </pc:picChg>
        <pc:picChg chg="add mod">
          <ac:chgData name="Dario Savaresi" userId="f271b77c5d540ba5" providerId="LiveId" clId="{4803DB16-FEAA-473A-B909-8664963CE6E7}" dt="2026-07-11T19:27:35.271" v="3039" actId="1076"/>
          <ac:picMkLst>
            <pc:docMk/>
            <pc:sldMk cId="1027921797" sldId="342"/>
            <ac:picMk id="71" creationId="{D9C230EE-FCA5-4F87-447D-D726104A4375}"/>
          </ac:picMkLst>
        </pc:picChg>
        <pc:picChg chg="add mod">
          <ac:chgData name="Dario Savaresi" userId="f271b77c5d540ba5" providerId="LiveId" clId="{4803DB16-FEAA-473A-B909-8664963CE6E7}" dt="2026-07-11T19:27:44.620" v="3042" actId="1076"/>
          <ac:picMkLst>
            <pc:docMk/>
            <pc:sldMk cId="1027921797" sldId="342"/>
            <ac:picMk id="73" creationId="{8E54F4C2-B9B9-7B9C-E370-02FDB4634492}"/>
          </ac:picMkLst>
        </pc:picChg>
        <pc:picChg chg="add mod">
          <ac:chgData name="Dario Savaresi" userId="f271b77c5d540ba5" providerId="LiveId" clId="{4803DB16-FEAA-473A-B909-8664963CE6E7}" dt="2026-07-11T19:27:54.778" v="3043" actId="1076"/>
          <ac:picMkLst>
            <pc:docMk/>
            <pc:sldMk cId="1027921797" sldId="342"/>
            <ac:picMk id="75" creationId="{632AEE8D-6B13-76AD-FF6D-1DEB6B342A9E}"/>
          </ac:picMkLst>
        </pc:picChg>
        <pc:picChg chg="add mod">
          <ac:chgData name="Dario Savaresi" userId="f271b77c5d540ba5" providerId="LiveId" clId="{4803DB16-FEAA-473A-B909-8664963CE6E7}" dt="2026-07-11T19:29:15.209" v="3055" actId="1076"/>
          <ac:picMkLst>
            <pc:docMk/>
            <pc:sldMk cId="1027921797" sldId="342"/>
            <ac:picMk id="77" creationId="{85E9EC41-213A-681F-29E7-3C245BA359EF}"/>
          </ac:picMkLst>
        </pc:picChg>
        <pc:picChg chg="add mod">
          <ac:chgData name="Dario Savaresi" userId="f271b77c5d540ba5" providerId="LiveId" clId="{4803DB16-FEAA-473A-B909-8664963CE6E7}" dt="2026-07-11T19:29:24.501" v="3056" actId="1076"/>
          <ac:picMkLst>
            <pc:docMk/>
            <pc:sldMk cId="1027921797" sldId="342"/>
            <ac:picMk id="79" creationId="{0C4B6C50-FA19-24A7-5B9D-1F32178C06C6}"/>
          </ac:picMkLst>
        </pc:picChg>
      </pc:sldChg>
      <pc:sldChg chg="addSp delSp modSp add mod">
        <pc:chgData name="Dario Savaresi" userId="f271b77c5d540ba5" providerId="LiveId" clId="{4803DB16-FEAA-473A-B909-8664963CE6E7}" dt="2026-07-11T19:45:00.298" v="3868" actId="207"/>
        <pc:sldMkLst>
          <pc:docMk/>
          <pc:sldMk cId="3220428074" sldId="343"/>
        </pc:sldMkLst>
        <pc:spChg chg="add mod">
          <ac:chgData name="Dario Savaresi" userId="f271b77c5d540ba5" providerId="LiveId" clId="{4803DB16-FEAA-473A-B909-8664963CE6E7}" dt="2026-07-11T19:42:50.035" v="3848" actId="12789"/>
          <ac:spMkLst>
            <pc:docMk/>
            <pc:sldMk cId="3220428074" sldId="343"/>
            <ac:spMk id="2" creationId="{C790797B-A808-70C2-BEA4-426A10063F47}"/>
          </ac:spMkLst>
        </pc:spChg>
        <pc:spChg chg="mod">
          <ac:chgData name="Dario Savaresi" userId="f271b77c5d540ba5" providerId="LiveId" clId="{4803DB16-FEAA-473A-B909-8664963CE6E7}" dt="2026-07-11T19:32:03.150" v="3099" actId="20577"/>
          <ac:spMkLst>
            <pc:docMk/>
            <pc:sldMk cId="3220428074" sldId="343"/>
            <ac:spMk id="4" creationId="{22114445-187D-B400-4305-C01ECCF3235D}"/>
          </ac:spMkLst>
        </pc:spChg>
        <pc:spChg chg="del">
          <ac:chgData name="Dario Savaresi" userId="f271b77c5d540ba5" providerId="LiveId" clId="{4803DB16-FEAA-473A-B909-8664963CE6E7}" dt="2026-07-11T19:32:11.981" v="3100" actId="478"/>
          <ac:spMkLst>
            <pc:docMk/>
            <pc:sldMk cId="3220428074" sldId="343"/>
            <ac:spMk id="6" creationId="{7A3AA926-1CC6-0BC4-4340-E8E5264E7740}"/>
          </ac:spMkLst>
        </pc:spChg>
        <pc:spChg chg="add mod">
          <ac:chgData name="Dario Savaresi" userId="f271b77c5d540ba5" providerId="LiveId" clId="{4803DB16-FEAA-473A-B909-8664963CE6E7}" dt="2026-07-11T19:42:50.035" v="3848" actId="12789"/>
          <ac:spMkLst>
            <pc:docMk/>
            <pc:sldMk cId="3220428074" sldId="343"/>
            <ac:spMk id="7" creationId="{808B6AD1-8F88-03C9-D86F-5ECBBD3522E0}"/>
          </ac:spMkLst>
        </pc:spChg>
        <pc:spChg chg="del">
          <ac:chgData name="Dario Savaresi" userId="f271b77c5d540ba5" providerId="LiveId" clId="{4803DB16-FEAA-473A-B909-8664963CE6E7}" dt="2026-07-11T19:32:11.981" v="3100" actId="478"/>
          <ac:spMkLst>
            <pc:docMk/>
            <pc:sldMk cId="3220428074" sldId="343"/>
            <ac:spMk id="8" creationId="{39C70692-0707-A314-991E-96E61FE9EEB9}"/>
          </ac:spMkLst>
        </pc:spChg>
        <pc:spChg chg="add mod">
          <ac:chgData name="Dario Savaresi" userId="f271b77c5d540ba5" providerId="LiveId" clId="{4803DB16-FEAA-473A-B909-8664963CE6E7}" dt="2026-07-11T19:43:52.511" v="3857" actId="12789"/>
          <ac:spMkLst>
            <pc:docMk/>
            <pc:sldMk cId="3220428074" sldId="343"/>
            <ac:spMk id="10" creationId="{58225CCE-65FB-5F43-BC1A-C1E0D95E1CBF}"/>
          </ac:spMkLst>
        </pc:spChg>
        <pc:spChg chg="del">
          <ac:chgData name="Dario Savaresi" userId="f271b77c5d540ba5" providerId="LiveId" clId="{4803DB16-FEAA-473A-B909-8664963CE6E7}" dt="2026-07-11T19:32:11.981" v="3100" actId="478"/>
          <ac:spMkLst>
            <pc:docMk/>
            <pc:sldMk cId="3220428074" sldId="343"/>
            <ac:spMk id="11" creationId="{30C3DA09-7454-B332-C3F2-ED1E2A1517AF}"/>
          </ac:spMkLst>
        </pc:spChg>
        <pc:spChg chg="add mod">
          <ac:chgData name="Dario Savaresi" userId="f271b77c5d540ba5" providerId="LiveId" clId="{4803DB16-FEAA-473A-B909-8664963CE6E7}" dt="2026-07-11T19:43:52.511" v="3857" actId="12789"/>
          <ac:spMkLst>
            <pc:docMk/>
            <pc:sldMk cId="3220428074" sldId="343"/>
            <ac:spMk id="13" creationId="{C0078D15-85D6-7069-86F5-81D7AD26A3E6}"/>
          </ac:spMkLst>
        </pc:spChg>
        <pc:spChg chg="add mod">
          <ac:chgData name="Dario Savaresi" userId="f271b77c5d540ba5" providerId="LiveId" clId="{4803DB16-FEAA-473A-B909-8664963CE6E7}" dt="2026-07-11T19:44:49.274" v="3866" actId="207"/>
          <ac:spMkLst>
            <pc:docMk/>
            <pc:sldMk cId="3220428074" sldId="343"/>
            <ac:spMk id="15" creationId="{A96919F6-A140-BA37-AE02-EBF3C4A867B3}"/>
          </ac:spMkLst>
        </pc:spChg>
        <pc:spChg chg="add del mod">
          <ac:chgData name="Dario Savaresi" userId="f271b77c5d540ba5" providerId="LiveId" clId="{4803DB16-FEAA-473A-B909-8664963CE6E7}" dt="2026-07-11T19:35:19.048" v="3275" actId="478"/>
          <ac:spMkLst>
            <pc:docMk/>
            <pc:sldMk cId="3220428074" sldId="343"/>
            <ac:spMk id="17" creationId="{72140405-1669-7923-DA1F-715F4B7AC91A}"/>
          </ac:spMkLst>
        </pc:spChg>
        <pc:spChg chg="add del mod">
          <ac:chgData name="Dario Savaresi" userId="f271b77c5d540ba5" providerId="LiveId" clId="{4803DB16-FEAA-473A-B909-8664963CE6E7}" dt="2026-07-11T19:35:19.048" v="3275" actId="478"/>
          <ac:spMkLst>
            <pc:docMk/>
            <pc:sldMk cId="3220428074" sldId="343"/>
            <ac:spMk id="19" creationId="{6A1CB235-82E2-7A01-D123-966999026616}"/>
          </ac:spMkLst>
        </pc:spChg>
        <pc:spChg chg="add mod">
          <ac:chgData name="Dario Savaresi" userId="f271b77c5d540ba5" providerId="LiveId" clId="{4803DB16-FEAA-473A-B909-8664963CE6E7}" dt="2026-07-11T19:44:49.274" v="3866" actId="207"/>
          <ac:spMkLst>
            <pc:docMk/>
            <pc:sldMk cId="3220428074" sldId="343"/>
            <ac:spMk id="21" creationId="{679A9843-6243-34DA-0E57-5F867B4100DE}"/>
          </ac:spMkLst>
        </pc:spChg>
        <pc:spChg chg="add del mod">
          <ac:chgData name="Dario Savaresi" userId="f271b77c5d540ba5" providerId="LiveId" clId="{4803DB16-FEAA-473A-B909-8664963CE6E7}" dt="2026-07-11T19:36:25.455" v="3444" actId="478"/>
          <ac:spMkLst>
            <pc:docMk/>
            <pc:sldMk cId="3220428074" sldId="343"/>
            <ac:spMk id="23" creationId="{B59E7B9D-15DC-4B8F-8A9C-4C4EAC3A3265}"/>
          </ac:spMkLst>
        </pc:spChg>
        <pc:spChg chg="del">
          <ac:chgData name="Dario Savaresi" userId="f271b77c5d540ba5" providerId="LiveId" clId="{4803DB16-FEAA-473A-B909-8664963CE6E7}" dt="2026-07-11T19:36:25.455" v="3444" actId="478"/>
          <ac:spMkLst>
            <pc:docMk/>
            <pc:sldMk cId="3220428074" sldId="343"/>
            <ac:spMk id="25" creationId="{E4D3D357-D263-F7B7-6B47-FBA50128871D}"/>
          </ac:spMkLst>
        </pc:spChg>
        <pc:spChg chg="add mod">
          <ac:chgData name="Dario Savaresi" userId="f271b77c5d540ba5" providerId="LiveId" clId="{4803DB16-FEAA-473A-B909-8664963CE6E7}" dt="2026-07-11T19:44:49.274" v="3866" actId="207"/>
          <ac:spMkLst>
            <pc:docMk/>
            <pc:sldMk cId="3220428074" sldId="343"/>
            <ac:spMk id="27" creationId="{E511E8EB-9B91-CE27-1023-6C2E20C29A29}"/>
          </ac:spMkLst>
        </pc:spChg>
        <pc:spChg chg="add del mod">
          <ac:chgData name="Dario Savaresi" userId="f271b77c5d540ba5" providerId="LiveId" clId="{4803DB16-FEAA-473A-B909-8664963CE6E7}" dt="2026-07-11T19:39:32.218" v="3606" actId="478"/>
          <ac:spMkLst>
            <pc:docMk/>
            <pc:sldMk cId="3220428074" sldId="343"/>
            <ac:spMk id="29" creationId="{B48A0690-BD7B-3504-5AD6-023D4DDBBE3D}"/>
          </ac:spMkLst>
        </pc:spChg>
        <pc:spChg chg="del">
          <ac:chgData name="Dario Savaresi" userId="f271b77c5d540ba5" providerId="LiveId" clId="{4803DB16-FEAA-473A-B909-8664963CE6E7}" dt="2026-07-11T19:32:11.981" v="3100" actId="478"/>
          <ac:spMkLst>
            <pc:docMk/>
            <pc:sldMk cId="3220428074" sldId="343"/>
            <ac:spMk id="31" creationId="{FAB74CAC-1F3F-B421-0EE0-2E1ECA4E2315}"/>
          </ac:spMkLst>
        </pc:spChg>
        <pc:spChg chg="add del mod">
          <ac:chgData name="Dario Savaresi" userId="f271b77c5d540ba5" providerId="LiveId" clId="{4803DB16-FEAA-473A-B909-8664963CE6E7}" dt="2026-07-11T19:39:32.218" v="3606" actId="478"/>
          <ac:spMkLst>
            <pc:docMk/>
            <pc:sldMk cId="3220428074" sldId="343"/>
            <ac:spMk id="32" creationId="{C80BD2D5-F21D-D91D-599C-2A48E1421156}"/>
          </ac:spMkLst>
        </pc:spChg>
        <pc:spChg chg="add mod">
          <ac:chgData name="Dario Savaresi" userId="f271b77c5d540ba5" providerId="LiveId" clId="{4803DB16-FEAA-473A-B909-8664963CE6E7}" dt="2026-07-11T19:44:55.981" v="3867" actId="207"/>
          <ac:spMkLst>
            <pc:docMk/>
            <pc:sldMk cId="3220428074" sldId="343"/>
            <ac:spMk id="34" creationId="{1D300DB0-FD1D-2F3F-1F85-1D50E520CABF}"/>
          </ac:spMkLst>
        </pc:spChg>
        <pc:spChg chg="add del mod">
          <ac:chgData name="Dario Savaresi" userId="f271b77c5d540ba5" providerId="LiveId" clId="{4803DB16-FEAA-473A-B909-8664963CE6E7}" dt="2026-07-11T19:42:00.797" v="3842" actId="478"/>
          <ac:spMkLst>
            <pc:docMk/>
            <pc:sldMk cId="3220428074" sldId="343"/>
            <ac:spMk id="36" creationId="{A84BD0D0-0651-F395-0D30-1DD8AB16A045}"/>
          </ac:spMkLst>
        </pc:spChg>
        <pc:spChg chg="del">
          <ac:chgData name="Dario Savaresi" userId="f271b77c5d540ba5" providerId="LiveId" clId="{4803DB16-FEAA-473A-B909-8664963CE6E7}" dt="2026-07-11T19:42:00.797" v="3842" actId="478"/>
          <ac:spMkLst>
            <pc:docMk/>
            <pc:sldMk cId="3220428074" sldId="343"/>
            <ac:spMk id="38" creationId="{C84ED682-31FB-7228-3731-B976FF3168F3}"/>
          </ac:spMkLst>
        </pc:spChg>
        <pc:spChg chg="del">
          <ac:chgData name="Dario Savaresi" userId="f271b77c5d540ba5" providerId="LiveId" clId="{4803DB16-FEAA-473A-B909-8664963CE6E7}" dt="2026-07-11T19:32:11.981" v="3100" actId="478"/>
          <ac:spMkLst>
            <pc:docMk/>
            <pc:sldMk cId="3220428074" sldId="343"/>
            <ac:spMk id="39" creationId="{B0FAE734-9151-29C4-C9F4-A2C6827374A1}"/>
          </ac:spMkLst>
        </pc:spChg>
        <pc:spChg chg="del">
          <ac:chgData name="Dario Savaresi" userId="f271b77c5d540ba5" providerId="LiveId" clId="{4803DB16-FEAA-473A-B909-8664963CE6E7}" dt="2026-07-11T19:32:11.981" v="3100" actId="478"/>
          <ac:spMkLst>
            <pc:docMk/>
            <pc:sldMk cId="3220428074" sldId="343"/>
            <ac:spMk id="47" creationId="{B08175F1-23E0-F73A-84A5-4E205731CBD3}"/>
          </ac:spMkLst>
        </pc:spChg>
        <pc:spChg chg="del">
          <ac:chgData name="Dario Savaresi" userId="f271b77c5d540ba5" providerId="LiveId" clId="{4803DB16-FEAA-473A-B909-8664963CE6E7}" dt="2026-07-11T19:32:11.981" v="3100" actId="478"/>
          <ac:spMkLst>
            <pc:docMk/>
            <pc:sldMk cId="3220428074" sldId="343"/>
            <ac:spMk id="51" creationId="{1F43807F-685B-966A-689F-91E843264591}"/>
          </ac:spMkLst>
        </pc:spChg>
        <pc:spChg chg="add mod">
          <ac:chgData name="Dario Savaresi" userId="f271b77c5d540ba5" providerId="LiveId" clId="{4803DB16-FEAA-473A-B909-8664963CE6E7}" dt="2026-07-11T19:42:50.035" v="3848" actId="12789"/>
          <ac:spMkLst>
            <pc:docMk/>
            <pc:sldMk cId="3220428074" sldId="343"/>
            <ac:spMk id="52" creationId="{74F8F015-A024-1B28-8782-DED227876207}"/>
          </ac:spMkLst>
        </pc:spChg>
        <pc:spChg chg="add mod">
          <ac:chgData name="Dario Savaresi" userId="f271b77c5d540ba5" providerId="LiveId" clId="{4803DB16-FEAA-473A-B909-8664963CE6E7}" dt="2026-07-11T19:43:18.516" v="3852" actId="14100"/>
          <ac:spMkLst>
            <pc:docMk/>
            <pc:sldMk cId="3220428074" sldId="343"/>
            <ac:spMk id="54" creationId="{4D7C6B86-01C7-C5F2-BFF5-93F9FDEB3028}"/>
          </ac:spMkLst>
        </pc:spChg>
        <pc:spChg chg="del">
          <ac:chgData name="Dario Savaresi" userId="f271b77c5d540ba5" providerId="LiveId" clId="{4803DB16-FEAA-473A-B909-8664963CE6E7}" dt="2026-07-11T19:32:11.981" v="3100" actId="478"/>
          <ac:spMkLst>
            <pc:docMk/>
            <pc:sldMk cId="3220428074" sldId="343"/>
            <ac:spMk id="55" creationId="{611EFBA4-D0DE-F4E6-004A-003BFAA30F5C}"/>
          </ac:spMkLst>
        </pc:spChg>
        <pc:spChg chg="add mod">
          <ac:chgData name="Dario Savaresi" userId="f271b77c5d540ba5" providerId="LiveId" clId="{4803DB16-FEAA-473A-B909-8664963CE6E7}" dt="2026-07-11T19:43:52.511" v="3857" actId="12789"/>
          <ac:spMkLst>
            <pc:docMk/>
            <pc:sldMk cId="3220428074" sldId="343"/>
            <ac:spMk id="57" creationId="{C04625B9-A240-80CD-3561-94514969A285}"/>
          </ac:spMkLst>
        </pc:spChg>
        <pc:spChg chg="del">
          <ac:chgData name="Dario Savaresi" userId="f271b77c5d540ba5" providerId="LiveId" clId="{4803DB16-FEAA-473A-B909-8664963CE6E7}" dt="2026-07-11T19:32:15.576" v="3101" actId="478"/>
          <ac:spMkLst>
            <pc:docMk/>
            <pc:sldMk cId="3220428074" sldId="343"/>
            <ac:spMk id="59" creationId="{3F4929DE-9E99-CB5A-F9D6-E37B29C14780}"/>
          </ac:spMkLst>
        </pc:spChg>
        <pc:spChg chg="add mod">
          <ac:chgData name="Dario Savaresi" userId="f271b77c5d540ba5" providerId="LiveId" clId="{4803DB16-FEAA-473A-B909-8664963CE6E7}" dt="2026-07-11T19:43:52.511" v="3857" actId="12789"/>
          <ac:spMkLst>
            <pc:docMk/>
            <pc:sldMk cId="3220428074" sldId="343"/>
            <ac:spMk id="60" creationId="{A830EF53-7370-FFA0-C62D-7300DF20B966}"/>
          </ac:spMkLst>
        </pc:spChg>
        <pc:spChg chg="del">
          <ac:chgData name="Dario Savaresi" userId="f271b77c5d540ba5" providerId="LiveId" clId="{4803DB16-FEAA-473A-B909-8664963CE6E7}" dt="2026-07-11T19:32:15.576" v="3101" actId="478"/>
          <ac:spMkLst>
            <pc:docMk/>
            <pc:sldMk cId="3220428074" sldId="343"/>
            <ac:spMk id="63" creationId="{60562FD1-4389-0850-98A2-8A839EB43FB8}"/>
          </ac:spMkLst>
        </pc:spChg>
        <pc:spChg chg="del">
          <ac:chgData name="Dario Savaresi" userId="f271b77c5d540ba5" providerId="LiveId" clId="{4803DB16-FEAA-473A-B909-8664963CE6E7}" dt="2026-07-11T19:32:11.981" v="3100" actId="478"/>
          <ac:spMkLst>
            <pc:docMk/>
            <pc:sldMk cId="3220428074" sldId="343"/>
            <ac:spMk id="67" creationId="{16533EE0-3B76-0295-169B-900080B57EE2}"/>
          </ac:spMkLst>
        </pc:spChg>
        <pc:spChg chg="del">
          <ac:chgData name="Dario Savaresi" userId="f271b77c5d540ba5" providerId="LiveId" clId="{4803DB16-FEAA-473A-B909-8664963CE6E7}" dt="2026-07-11T19:32:11.981" v="3100" actId="478"/>
          <ac:spMkLst>
            <pc:docMk/>
            <pc:sldMk cId="3220428074" sldId="343"/>
            <ac:spMk id="69" creationId="{A1A8DD63-208D-1E0D-51CE-79F6893908F3}"/>
          </ac:spMkLst>
        </pc:spChg>
        <pc:picChg chg="mod">
          <ac:chgData name="Dario Savaresi" userId="f271b77c5d540ba5" providerId="LiveId" clId="{4803DB16-FEAA-473A-B909-8664963CE6E7}" dt="2026-07-11T19:45:00.298" v="3868" actId="207"/>
          <ac:picMkLst>
            <pc:docMk/>
            <pc:sldMk cId="3220428074" sldId="343"/>
            <ac:picMk id="41" creationId="{A7013B13-493A-FE56-4522-BC7F730B80D0}"/>
          </ac:picMkLst>
        </pc:picChg>
        <pc:picChg chg="mod">
          <ac:chgData name="Dario Savaresi" userId="f271b77c5d540ba5" providerId="LiveId" clId="{4803DB16-FEAA-473A-B909-8664963CE6E7}" dt="2026-07-11T19:44:26.114" v="3862" actId="1076"/>
          <ac:picMkLst>
            <pc:docMk/>
            <pc:sldMk cId="3220428074" sldId="343"/>
            <ac:picMk id="44" creationId="{A10668BA-0861-908F-8D01-C2FAF4937374}"/>
          </ac:picMkLst>
        </pc:picChg>
        <pc:picChg chg="mod">
          <ac:chgData name="Dario Savaresi" userId="f271b77c5d540ba5" providerId="LiveId" clId="{4803DB16-FEAA-473A-B909-8664963CE6E7}" dt="2026-07-11T19:44:09.548" v="3859" actId="1076"/>
          <ac:picMkLst>
            <pc:docMk/>
            <pc:sldMk cId="3220428074" sldId="343"/>
            <ac:picMk id="46" creationId="{61DD5482-A25D-95A6-BF19-497AB4A49AC5}"/>
          </ac:picMkLst>
        </pc:picChg>
        <pc:picChg chg="mod">
          <ac:chgData name="Dario Savaresi" userId="f271b77c5d540ba5" providerId="LiveId" clId="{4803DB16-FEAA-473A-B909-8664963CE6E7}" dt="2026-07-11T19:44:04.952" v="3858" actId="1076"/>
          <ac:picMkLst>
            <pc:docMk/>
            <pc:sldMk cId="3220428074" sldId="343"/>
            <ac:picMk id="49" creationId="{A287D770-5F2F-A6CC-3439-91422D6B2902}"/>
          </ac:picMkLst>
        </pc:picChg>
      </pc:sldChg>
      <pc:sldChg chg="addSp delSp modSp add mod">
        <pc:chgData name="Dario Savaresi" userId="f271b77c5d540ba5" providerId="LiveId" clId="{4803DB16-FEAA-473A-B909-8664963CE6E7}" dt="2026-07-11T20:07:59.722" v="5128" actId="20577"/>
        <pc:sldMkLst>
          <pc:docMk/>
          <pc:sldMk cId="554386463" sldId="344"/>
        </pc:sldMkLst>
        <pc:spChg chg="mod">
          <ac:chgData name="Dario Savaresi" userId="f271b77c5d540ba5" providerId="LiveId" clId="{4803DB16-FEAA-473A-B909-8664963CE6E7}" dt="2026-07-11T20:00:16.608" v="4723" actId="12789"/>
          <ac:spMkLst>
            <pc:docMk/>
            <pc:sldMk cId="554386463" sldId="344"/>
            <ac:spMk id="2" creationId="{9228FC03-8FEA-63B4-162E-EF65DBD6670E}"/>
          </ac:spMkLst>
        </pc:spChg>
        <pc:spChg chg="add del mod">
          <ac:chgData name="Dario Savaresi" userId="f271b77c5d540ba5" providerId="LiveId" clId="{4803DB16-FEAA-473A-B909-8664963CE6E7}" dt="2026-07-11T19:48:31.921" v="3894" actId="478"/>
          <ac:spMkLst>
            <pc:docMk/>
            <pc:sldMk cId="554386463" sldId="344"/>
            <ac:spMk id="6" creationId="{FA99A88A-2BF9-AE07-1932-49CFDCA42272}"/>
          </ac:spMkLst>
        </pc:spChg>
        <pc:spChg chg="del">
          <ac:chgData name="Dario Savaresi" userId="f271b77c5d540ba5" providerId="LiveId" clId="{4803DB16-FEAA-473A-B909-8664963CE6E7}" dt="2026-07-11T19:47:22.218" v="3875" actId="478"/>
          <ac:spMkLst>
            <pc:docMk/>
            <pc:sldMk cId="554386463" sldId="344"/>
            <ac:spMk id="7" creationId="{2F82FA7F-86D7-D52E-8F8E-A249E7AB49EA}"/>
          </ac:spMkLst>
        </pc:spChg>
        <pc:spChg chg="add mod">
          <ac:chgData name="Dario Savaresi" userId="f271b77c5d540ba5" providerId="LiveId" clId="{4803DB16-FEAA-473A-B909-8664963CE6E7}" dt="2026-07-11T20:00:16.608" v="4723" actId="12789"/>
          <ac:spMkLst>
            <pc:docMk/>
            <pc:sldMk cId="554386463" sldId="344"/>
            <ac:spMk id="9" creationId="{BD4828C0-2E91-FC63-56F7-2D5FFEB4FDBD}"/>
          </ac:spMkLst>
        </pc:spChg>
        <pc:spChg chg="del">
          <ac:chgData name="Dario Savaresi" userId="f271b77c5d540ba5" providerId="LiveId" clId="{4803DB16-FEAA-473A-B909-8664963CE6E7}" dt="2026-07-11T19:47:18.828" v="3874" actId="478"/>
          <ac:spMkLst>
            <pc:docMk/>
            <pc:sldMk cId="554386463" sldId="344"/>
            <ac:spMk id="10" creationId="{AE425FAF-161C-DDE7-E88F-B257BD15464D}"/>
          </ac:spMkLst>
        </pc:spChg>
        <pc:spChg chg="add del mod">
          <ac:chgData name="Dario Savaresi" userId="f271b77c5d540ba5" providerId="LiveId" clId="{4803DB16-FEAA-473A-B909-8664963CE6E7}" dt="2026-07-11T19:48:31.921" v="3894" actId="478"/>
          <ac:spMkLst>
            <pc:docMk/>
            <pc:sldMk cId="554386463" sldId="344"/>
            <ac:spMk id="12" creationId="{BB524C8B-D01F-C9A0-F7E0-296499E2E824}"/>
          </ac:spMkLst>
        </pc:spChg>
        <pc:spChg chg="del">
          <ac:chgData name="Dario Savaresi" userId="f271b77c5d540ba5" providerId="LiveId" clId="{4803DB16-FEAA-473A-B909-8664963CE6E7}" dt="2026-07-11T19:47:18.828" v="3874" actId="478"/>
          <ac:spMkLst>
            <pc:docMk/>
            <pc:sldMk cId="554386463" sldId="344"/>
            <ac:spMk id="13" creationId="{264C430B-13BB-6B71-D080-6741AA93453B}"/>
          </ac:spMkLst>
        </pc:spChg>
        <pc:spChg chg="mod">
          <ac:chgData name="Dario Savaresi" userId="f271b77c5d540ba5" providerId="LiveId" clId="{4803DB16-FEAA-473A-B909-8664963CE6E7}" dt="2026-07-11T20:00:16.608" v="4723" actId="12789"/>
          <ac:spMkLst>
            <pc:docMk/>
            <pc:sldMk cId="554386463" sldId="344"/>
            <ac:spMk id="15" creationId="{9584F6D8-3251-C4DB-96B9-D20E79141FEF}"/>
          </ac:spMkLst>
        </pc:spChg>
        <pc:spChg chg="add mod">
          <ac:chgData name="Dario Savaresi" userId="f271b77c5d540ba5" providerId="LiveId" clId="{4803DB16-FEAA-473A-B909-8664963CE6E7}" dt="2026-07-11T20:00:16.608" v="4723" actId="12789"/>
          <ac:spMkLst>
            <pc:docMk/>
            <pc:sldMk cId="554386463" sldId="344"/>
            <ac:spMk id="16" creationId="{A8A58637-5A17-EFE3-6E72-648FF534658F}"/>
          </ac:spMkLst>
        </pc:spChg>
        <pc:spChg chg="add del mod">
          <ac:chgData name="Dario Savaresi" userId="f271b77c5d540ba5" providerId="LiveId" clId="{4803DB16-FEAA-473A-B909-8664963CE6E7}" dt="2026-07-11T19:48:31.921" v="3894" actId="478"/>
          <ac:spMkLst>
            <pc:docMk/>
            <pc:sldMk cId="554386463" sldId="344"/>
            <ac:spMk id="18" creationId="{53AE3B76-71B7-0D53-332A-5C0F4A72CB64}"/>
          </ac:spMkLst>
        </pc:spChg>
        <pc:spChg chg="add del mod">
          <ac:chgData name="Dario Savaresi" userId="f271b77c5d540ba5" providerId="LiveId" clId="{4803DB16-FEAA-473A-B909-8664963CE6E7}" dt="2026-07-11T19:48:45.413" v="3900" actId="22"/>
          <ac:spMkLst>
            <pc:docMk/>
            <pc:sldMk cId="554386463" sldId="344"/>
            <ac:spMk id="20" creationId="{3AC11EA1-8C98-EC85-8A54-475DC167A3DE}"/>
          </ac:spMkLst>
        </pc:spChg>
        <pc:spChg chg="del">
          <ac:chgData name="Dario Savaresi" userId="f271b77c5d540ba5" providerId="LiveId" clId="{4803DB16-FEAA-473A-B909-8664963CE6E7}" dt="2026-07-11T19:47:22.218" v="3875" actId="478"/>
          <ac:spMkLst>
            <pc:docMk/>
            <pc:sldMk cId="554386463" sldId="344"/>
            <ac:spMk id="21" creationId="{C12FF0F4-25C0-ACDD-C313-2D4C9B222726}"/>
          </ac:spMkLst>
        </pc:spChg>
        <pc:spChg chg="add del mod">
          <ac:chgData name="Dario Savaresi" userId="f271b77c5d540ba5" providerId="LiveId" clId="{4803DB16-FEAA-473A-B909-8664963CE6E7}" dt="2026-07-11T19:48:45.413" v="3900" actId="22"/>
          <ac:spMkLst>
            <pc:docMk/>
            <pc:sldMk cId="554386463" sldId="344"/>
            <ac:spMk id="23" creationId="{4CD46A05-4DAE-70A4-9DED-7139F5B0CC1F}"/>
          </ac:spMkLst>
        </pc:spChg>
        <pc:spChg chg="add del mod">
          <ac:chgData name="Dario Savaresi" userId="f271b77c5d540ba5" providerId="LiveId" clId="{4803DB16-FEAA-473A-B909-8664963CE6E7}" dt="2026-07-11T19:48:45.413" v="3900" actId="22"/>
          <ac:spMkLst>
            <pc:docMk/>
            <pc:sldMk cId="554386463" sldId="344"/>
            <ac:spMk id="25" creationId="{BBD58E14-9B1C-518E-DF0E-E458B31E677C}"/>
          </ac:spMkLst>
        </pc:spChg>
        <pc:spChg chg="del">
          <ac:chgData name="Dario Savaresi" userId="f271b77c5d540ba5" providerId="LiveId" clId="{4803DB16-FEAA-473A-B909-8664963CE6E7}" dt="2026-07-11T19:47:18.828" v="3874" actId="478"/>
          <ac:spMkLst>
            <pc:docMk/>
            <pc:sldMk cId="554386463" sldId="344"/>
            <ac:spMk id="27" creationId="{7B58F6F4-572B-6D64-4D39-80BBA4AB8C6A}"/>
          </ac:spMkLst>
        </pc:spChg>
        <pc:spChg chg="add del">
          <ac:chgData name="Dario Savaresi" userId="f271b77c5d540ba5" providerId="LiveId" clId="{4803DB16-FEAA-473A-B909-8664963CE6E7}" dt="2026-07-11T19:48:49.004" v="3903" actId="22"/>
          <ac:spMkLst>
            <pc:docMk/>
            <pc:sldMk cId="554386463" sldId="344"/>
            <ac:spMk id="28" creationId="{3B0B1E9F-3358-68D7-99BC-54B43099249B}"/>
          </ac:spMkLst>
        </pc:spChg>
        <pc:spChg chg="add del">
          <ac:chgData name="Dario Savaresi" userId="f271b77c5d540ba5" providerId="LiveId" clId="{4803DB16-FEAA-473A-B909-8664963CE6E7}" dt="2026-07-11T19:48:49.004" v="3903" actId="22"/>
          <ac:spMkLst>
            <pc:docMk/>
            <pc:sldMk cId="554386463" sldId="344"/>
            <ac:spMk id="30" creationId="{73DD2539-A74F-ACEA-D082-1C2B56D5D0E2}"/>
          </ac:spMkLst>
        </pc:spChg>
        <pc:spChg chg="add del">
          <ac:chgData name="Dario Savaresi" userId="f271b77c5d540ba5" providerId="LiveId" clId="{4803DB16-FEAA-473A-B909-8664963CE6E7}" dt="2026-07-11T19:48:49.004" v="3903" actId="22"/>
          <ac:spMkLst>
            <pc:docMk/>
            <pc:sldMk cId="554386463" sldId="344"/>
            <ac:spMk id="32" creationId="{B8A44A3B-0E9F-F14F-2FEC-11FF9F1BFEDD}"/>
          </ac:spMkLst>
        </pc:spChg>
        <pc:spChg chg="del">
          <ac:chgData name="Dario Savaresi" userId="f271b77c5d540ba5" providerId="LiveId" clId="{4803DB16-FEAA-473A-B909-8664963CE6E7}" dt="2026-07-11T19:47:18.828" v="3874" actId="478"/>
          <ac:spMkLst>
            <pc:docMk/>
            <pc:sldMk cId="554386463" sldId="344"/>
            <ac:spMk id="34" creationId="{360B1DED-B33B-E5D8-D345-B18BC62670A1}"/>
          </ac:spMkLst>
        </pc:spChg>
        <pc:spChg chg="add mod">
          <ac:chgData name="Dario Savaresi" userId="f271b77c5d540ba5" providerId="LiveId" clId="{4803DB16-FEAA-473A-B909-8664963CE6E7}" dt="2026-07-11T20:00:28.591" v="4724" actId="12789"/>
          <ac:spMkLst>
            <pc:docMk/>
            <pc:sldMk cId="554386463" sldId="344"/>
            <ac:spMk id="35" creationId="{AAB9DE92-82D1-0270-F0DF-82DA762EC91C}"/>
          </ac:spMkLst>
        </pc:spChg>
        <pc:spChg chg="add mod">
          <ac:chgData name="Dario Savaresi" userId="f271b77c5d540ba5" providerId="LiveId" clId="{4803DB16-FEAA-473A-B909-8664963CE6E7}" dt="2026-07-11T20:00:28.591" v="4724" actId="12789"/>
          <ac:spMkLst>
            <pc:docMk/>
            <pc:sldMk cId="554386463" sldId="344"/>
            <ac:spMk id="37" creationId="{24DA9D80-99C1-7953-F1B4-82369EEBA083}"/>
          </ac:spMkLst>
        </pc:spChg>
        <pc:spChg chg="add mod">
          <ac:chgData name="Dario Savaresi" userId="f271b77c5d540ba5" providerId="LiveId" clId="{4803DB16-FEAA-473A-B909-8664963CE6E7}" dt="2026-07-11T20:00:28.591" v="4724" actId="12789"/>
          <ac:spMkLst>
            <pc:docMk/>
            <pc:sldMk cId="554386463" sldId="344"/>
            <ac:spMk id="39" creationId="{1C643159-F079-E8EB-62DA-EACD914D57DB}"/>
          </ac:spMkLst>
        </pc:spChg>
        <pc:spChg chg="add mod">
          <ac:chgData name="Dario Savaresi" userId="f271b77c5d540ba5" providerId="LiveId" clId="{4803DB16-FEAA-473A-B909-8664963CE6E7}" dt="2026-07-11T20:00:16.608" v="4723" actId="12789"/>
          <ac:spMkLst>
            <pc:docMk/>
            <pc:sldMk cId="554386463" sldId="344"/>
            <ac:spMk id="42" creationId="{2CBE31D4-E76D-5C9A-B122-BD78B22AF43B}"/>
          </ac:spMkLst>
        </pc:spChg>
        <pc:spChg chg="add mod">
          <ac:chgData name="Dario Savaresi" userId="f271b77c5d540ba5" providerId="LiveId" clId="{4803DB16-FEAA-473A-B909-8664963CE6E7}" dt="2026-07-11T20:07:59.722" v="5128" actId="20577"/>
          <ac:spMkLst>
            <pc:docMk/>
            <pc:sldMk cId="554386463" sldId="344"/>
            <ac:spMk id="45" creationId="{E0BDBFA4-3F8B-0254-753B-8017528BA642}"/>
          </ac:spMkLst>
        </pc:spChg>
        <pc:spChg chg="add mod">
          <ac:chgData name="Dario Savaresi" userId="f271b77c5d540ba5" providerId="LiveId" clId="{4803DB16-FEAA-473A-B909-8664963CE6E7}" dt="2026-07-11T20:00:28.591" v="4724" actId="12789"/>
          <ac:spMkLst>
            <pc:docMk/>
            <pc:sldMk cId="554386463" sldId="344"/>
            <ac:spMk id="48" creationId="{BB12D519-DB31-2F95-8550-0F58C6BF675D}"/>
          </ac:spMkLst>
        </pc:spChg>
        <pc:spChg chg="add mod">
          <ac:chgData name="Dario Savaresi" userId="f271b77c5d540ba5" providerId="LiveId" clId="{4803DB16-FEAA-473A-B909-8664963CE6E7}" dt="2026-07-11T20:00:28.591" v="4724" actId="12789"/>
          <ac:spMkLst>
            <pc:docMk/>
            <pc:sldMk cId="554386463" sldId="344"/>
            <ac:spMk id="51" creationId="{1877B2DB-E0AB-6E09-AC92-FDED45EAFF54}"/>
          </ac:spMkLst>
        </pc:spChg>
        <pc:spChg chg="mod">
          <ac:chgData name="Dario Savaresi" userId="f271b77c5d540ba5" providerId="LiveId" clId="{4803DB16-FEAA-473A-B909-8664963CE6E7}" dt="2026-07-11T20:00:16.608" v="4723" actId="12789"/>
          <ac:spMkLst>
            <pc:docMk/>
            <pc:sldMk cId="554386463" sldId="344"/>
            <ac:spMk id="52" creationId="{97EA413D-CB82-EEAC-FB17-AB85BE793062}"/>
          </ac:spMkLst>
        </pc:spChg>
        <pc:spChg chg="del">
          <ac:chgData name="Dario Savaresi" userId="f271b77c5d540ba5" providerId="LiveId" clId="{4803DB16-FEAA-473A-B909-8664963CE6E7}" dt="2026-07-11T19:47:22.218" v="3875" actId="478"/>
          <ac:spMkLst>
            <pc:docMk/>
            <pc:sldMk cId="554386463" sldId="344"/>
            <ac:spMk id="54" creationId="{F3EE02DB-B29B-6A6C-38D2-FF456DF4197E}"/>
          </ac:spMkLst>
        </pc:spChg>
        <pc:spChg chg="add mod">
          <ac:chgData name="Dario Savaresi" userId="f271b77c5d540ba5" providerId="LiveId" clId="{4803DB16-FEAA-473A-B909-8664963CE6E7}" dt="2026-07-11T20:00:28.591" v="4724" actId="12789"/>
          <ac:spMkLst>
            <pc:docMk/>
            <pc:sldMk cId="554386463" sldId="344"/>
            <ac:spMk id="55" creationId="{9A8EFFAF-BE70-E694-9E5F-16B27F13B81C}"/>
          </ac:spMkLst>
        </pc:spChg>
        <pc:spChg chg="del">
          <ac:chgData name="Dario Savaresi" userId="f271b77c5d540ba5" providerId="LiveId" clId="{4803DB16-FEAA-473A-B909-8664963CE6E7}" dt="2026-07-11T19:47:18.828" v="3874" actId="478"/>
          <ac:spMkLst>
            <pc:docMk/>
            <pc:sldMk cId="554386463" sldId="344"/>
            <ac:spMk id="57" creationId="{18FA042B-33C3-EC0B-D3E4-5A69E03767E1}"/>
          </ac:spMkLst>
        </pc:spChg>
        <pc:spChg chg="add mod">
          <ac:chgData name="Dario Savaresi" userId="f271b77c5d540ba5" providerId="LiveId" clId="{4803DB16-FEAA-473A-B909-8664963CE6E7}" dt="2026-07-11T20:00:16.608" v="4723" actId="12789"/>
          <ac:spMkLst>
            <pc:docMk/>
            <pc:sldMk cId="554386463" sldId="344"/>
            <ac:spMk id="58" creationId="{B9D8EEBB-E17A-D65F-9279-2578622FAEFC}"/>
          </ac:spMkLst>
        </pc:spChg>
        <pc:spChg chg="del">
          <ac:chgData name="Dario Savaresi" userId="f271b77c5d540ba5" providerId="LiveId" clId="{4803DB16-FEAA-473A-B909-8664963CE6E7}" dt="2026-07-11T19:47:18.828" v="3874" actId="478"/>
          <ac:spMkLst>
            <pc:docMk/>
            <pc:sldMk cId="554386463" sldId="344"/>
            <ac:spMk id="60" creationId="{43410794-A492-3341-0918-C301FC2A39F5}"/>
          </ac:spMkLst>
        </pc:spChg>
        <pc:spChg chg="add mod">
          <ac:chgData name="Dario Savaresi" userId="f271b77c5d540ba5" providerId="LiveId" clId="{4803DB16-FEAA-473A-B909-8664963CE6E7}" dt="2026-07-11T20:00:16.608" v="4723" actId="12789"/>
          <ac:spMkLst>
            <pc:docMk/>
            <pc:sldMk cId="554386463" sldId="344"/>
            <ac:spMk id="61" creationId="{82D95D99-D059-C2D0-2A1A-CAECFDF5B333}"/>
          </ac:spMkLst>
        </pc:spChg>
        <pc:spChg chg="add mod">
          <ac:chgData name="Dario Savaresi" userId="f271b77c5d540ba5" providerId="LiveId" clId="{4803DB16-FEAA-473A-B909-8664963CE6E7}" dt="2026-07-11T20:00:28.591" v="4724" actId="12789"/>
          <ac:spMkLst>
            <pc:docMk/>
            <pc:sldMk cId="554386463" sldId="344"/>
            <ac:spMk id="63" creationId="{E13FA5B6-D928-44FC-8B2D-E65A93146F26}"/>
          </ac:spMkLst>
        </pc:spChg>
        <pc:spChg chg="add mod">
          <ac:chgData name="Dario Savaresi" userId="f271b77c5d540ba5" providerId="LiveId" clId="{4803DB16-FEAA-473A-B909-8664963CE6E7}" dt="2026-07-11T20:00:28.591" v="4724" actId="12789"/>
          <ac:spMkLst>
            <pc:docMk/>
            <pc:sldMk cId="554386463" sldId="344"/>
            <ac:spMk id="65" creationId="{E9268BF7-6223-EC5F-EFE2-D2508904C65E}"/>
          </ac:spMkLst>
        </pc:spChg>
        <pc:spChg chg="add mod">
          <ac:chgData name="Dario Savaresi" userId="f271b77c5d540ba5" providerId="LiveId" clId="{4803DB16-FEAA-473A-B909-8664963CE6E7}" dt="2026-07-11T20:00:28.591" v="4724" actId="12789"/>
          <ac:spMkLst>
            <pc:docMk/>
            <pc:sldMk cId="554386463" sldId="344"/>
            <ac:spMk id="67" creationId="{F22DDFC4-534E-795F-C020-AE425592A87D}"/>
          </ac:spMkLst>
        </pc:spChg>
        <pc:picChg chg="del">
          <ac:chgData name="Dario Savaresi" userId="f271b77c5d540ba5" providerId="LiveId" clId="{4803DB16-FEAA-473A-B909-8664963CE6E7}" dt="2026-07-11T19:47:18.828" v="3874" actId="478"/>
          <ac:picMkLst>
            <pc:docMk/>
            <pc:sldMk cId="554386463" sldId="344"/>
            <ac:picMk id="41" creationId="{AC33BED8-2A83-96AC-2A42-4C62FDD25AF3}"/>
          </ac:picMkLst>
        </pc:picChg>
        <pc:picChg chg="del">
          <ac:chgData name="Dario Savaresi" userId="f271b77c5d540ba5" providerId="LiveId" clId="{4803DB16-FEAA-473A-B909-8664963CE6E7}" dt="2026-07-11T19:47:18.828" v="3874" actId="478"/>
          <ac:picMkLst>
            <pc:docMk/>
            <pc:sldMk cId="554386463" sldId="344"/>
            <ac:picMk id="44" creationId="{7A4AEA8A-0964-31D7-EF58-D592B4765D12}"/>
          </ac:picMkLst>
        </pc:picChg>
        <pc:picChg chg="del">
          <ac:chgData name="Dario Savaresi" userId="f271b77c5d540ba5" providerId="LiveId" clId="{4803DB16-FEAA-473A-B909-8664963CE6E7}" dt="2026-07-11T19:47:22.218" v="3875" actId="478"/>
          <ac:picMkLst>
            <pc:docMk/>
            <pc:sldMk cId="554386463" sldId="344"/>
            <ac:picMk id="46" creationId="{8AC96288-BC34-501E-732E-4B85F1A792D3}"/>
          </ac:picMkLst>
        </pc:picChg>
        <pc:picChg chg="mod">
          <ac:chgData name="Dario Savaresi" userId="f271b77c5d540ba5" providerId="LiveId" clId="{4803DB16-FEAA-473A-B909-8664963CE6E7}" dt="2026-07-11T20:00:41.075" v="4725" actId="1076"/>
          <ac:picMkLst>
            <pc:docMk/>
            <pc:sldMk cId="554386463" sldId="344"/>
            <ac:picMk id="49" creationId="{2113628F-8D6A-DB83-2C41-E9BBBCC36805}"/>
          </ac:picMkLst>
        </pc:picChg>
        <pc:picChg chg="add mod">
          <ac:chgData name="Dario Savaresi" userId="f271b77c5d540ba5" providerId="LiveId" clId="{4803DB16-FEAA-473A-B909-8664963CE6E7}" dt="2026-07-11T20:02:09.103" v="4732" actId="1076"/>
          <ac:picMkLst>
            <pc:docMk/>
            <pc:sldMk cId="554386463" sldId="344"/>
            <ac:picMk id="69" creationId="{BC9F2A46-5857-3C6E-E05F-392ADA5464BA}"/>
          </ac:picMkLst>
        </pc:picChg>
        <pc:picChg chg="add mod">
          <ac:chgData name="Dario Savaresi" userId="f271b77c5d540ba5" providerId="LiveId" clId="{4803DB16-FEAA-473A-B909-8664963CE6E7}" dt="2026-07-11T20:02:01.284" v="4731" actId="1076"/>
          <ac:picMkLst>
            <pc:docMk/>
            <pc:sldMk cId="554386463" sldId="344"/>
            <ac:picMk id="71" creationId="{639C2C0D-EAE5-80B9-BB03-2B7A14B0E9AF}"/>
          </ac:picMkLst>
        </pc:picChg>
        <pc:picChg chg="add mod">
          <ac:chgData name="Dario Savaresi" userId="f271b77c5d540ba5" providerId="LiveId" clId="{4803DB16-FEAA-473A-B909-8664963CE6E7}" dt="2026-07-11T20:01:50.609" v="4729" actId="1076"/>
          <ac:picMkLst>
            <pc:docMk/>
            <pc:sldMk cId="554386463" sldId="344"/>
            <ac:picMk id="73" creationId="{9CBE69E6-5788-54AD-6216-9BBA937CB152}"/>
          </ac:picMkLst>
        </pc:picChg>
        <pc:picChg chg="add mod">
          <ac:chgData name="Dario Savaresi" userId="f271b77c5d540ba5" providerId="LiveId" clId="{4803DB16-FEAA-473A-B909-8664963CE6E7}" dt="2026-07-11T20:01:55.722" v="4730" actId="1076"/>
          <ac:picMkLst>
            <pc:docMk/>
            <pc:sldMk cId="554386463" sldId="344"/>
            <ac:picMk id="75" creationId="{171B0F18-D2B6-7142-2313-4F514CDD0577}"/>
          </ac:picMkLst>
        </pc:picChg>
        <pc:picChg chg="add mod">
          <ac:chgData name="Dario Savaresi" userId="f271b77c5d540ba5" providerId="LiveId" clId="{4803DB16-FEAA-473A-B909-8664963CE6E7}" dt="2026-07-11T20:02:14.776" v="4733" actId="1076"/>
          <ac:picMkLst>
            <pc:docMk/>
            <pc:sldMk cId="554386463" sldId="344"/>
            <ac:picMk id="77" creationId="{DF78A0E2-DAF9-AD26-9B95-3FD1DF5BBF85}"/>
          </ac:picMkLst>
        </pc:picChg>
      </pc:sldChg>
      <pc:sldChg chg="addSp delSp modSp add mod">
        <pc:chgData name="Dario Savaresi" userId="f271b77c5d540ba5" providerId="LiveId" clId="{4803DB16-FEAA-473A-B909-8664963CE6E7}" dt="2026-07-11T20:07:35.292" v="5127" actId="207"/>
        <pc:sldMkLst>
          <pc:docMk/>
          <pc:sldMk cId="695242323" sldId="345"/>
        </pc:sldMkLst>
        <pc:spChg chg="mod">
          <ac:chgData name="Dario Savaresi" userId="f271b77c5d540ba5" providerId="LiveId" clId="{4803DB16-FEAA-473A-B909-8664963CE6E7}" dt="2026-07-11T20:02:52.950" v="4753" actId="20577"/>
          <ac:spMkLst>
            <pc:docMk/>
            <pc:sldMk cId="695242323" sldId="345"/>
            <ac:spMk id="4" creationId="{8D755054-7380-C8E5-8132-9519AF1240C4}"/>
          </ac:spMkLst>
        </pc:spChg>
        <pc:spChg chg="add mod">
          <ac:chgData name="Dario Savaresi" userId="f271b77c5d540ba5" providerId="LiveId" clId="{4803DB16-FEAA-473A-B909-8664963CE6E7}" dt="2026-07-11T20:06:43.681" v="5121" actId="12788"/>
          <ac:spMkLst>
            <pc:docMk/>
            <pc:sldMk cId="695242323" sldId="345"/>
            <ac:spMk id="6" creationId="{CE0C13CF-804E-70AF-7A57-038F53BB0F5F}"/>
          </ac:spMkLst>
        </pc:spChg>
        <pc:spChg chg="add mod">
          <ac:chgData name="Dario Savaresi" userId="f271b77c5d540ba5" providerId="LiveId" clId="{4803DB16-FEAA-473A-B909-8664963CE6E7}" dt="2026-07-11T20:07:06.348" v="5123" actId="12788"/>
          <ac:spMkLst>
            <pc:docMk/>
            <pc:sldMk cId="695242323" sldId="345"/>
            <ac:spMk id="8" creationId="{D6175378-9217-02F1-7075-DF848DDE90C7}"/>
          </ac:spMkLst>
        </pc:spChg>
        <pc:spChg chg="add mod">
          <ac:chgData name="Dario Savaresi" userId="f271b77c5d540ba5" providerId="LiveId" clId="{4803DB16-FEAA-473A-B909-8664963CE6E7}" dt="2026-07-11T20:06:43.681" v="5121" actId="12788"/>
          <ac:spMkLst>
            <pc:docMk/>
            <pc:sldMk cId="695242323" sldId="345"/>
            <ac:spMk id="11" creationId="{5740906F-36CF-7D41-F0B7-34B4F9D9BD00}"/>
          </ac:spMkLst>
        </pc:spChg>
        <pc:spChg chg="add mod">
          <ac:chgData name="Dario Savaresi" userId="f271b77c5d540ba5" providerId="LiveId" clId="{4803DB16-FEAA-473A-B909-8664963CE6E7}" dt="2026-07-11T20:07:22.198" v="5125" actId="20577"/>
          <ac:spMkLst>
            <pc:docMk/>
            <pc:sldMk cId="695242323" sldId="345"/>
            <ac:spMk id="13" creationId="{569D61B2-DD5B-EDFA-05AF-6B00143F702D}"/>
          </ac:spMkLst>
        </pc:spChg>
        <pc:spChg chg="del">
          <ac:chgData name="Dario Savaresi" userId="f271b77c5d540ba5" providerId="LiveId" clId="{4803DB16-FEAA-473A-B909-8664963CE6E7}" dt="2026-07-11T20:02:44.040" v="4735" actId="478"/>
          <ac:spMkLst>
            <pc:docMk/>
            <pc:sldMk cId="695242323" sldId="345"/>
            <ac:spMk id="15" creationId="{FC4E5515-656B-660E-4F5A-EA8303E335DD}"/>
          </ac:spMkLst>
        </pc:spChg>
        <pc:spChg chg="del">
          <ac:chgData name="Dario Savaresi" userId="f271b77c5d540ba5" providerId="LiveId" clId="{4803DB16-FEAA-473A-B909-8664963CE6E7}" dt="2026-07-11T20:02:44.040" v="4735" actId="478"/>
          <ac:spMkLst>
            <pc:docMk/>
            <pc:sldMk cId="695242323" sldId="345"/>
            <ac:spMk id="16" creationId="{F62091E1-E836-291D-0D97-59E5585FC21C}"/>
          </ac:spMkLst>
        </pc:spChg>
        <pc:spChg chg="add mod">
          <ac:chgData name="Dario Savaresi" userId="f271b77c5d540ba5" providerId="LiveId" clId="{4803DB16-FEAA-473A-B909-8664963CE6E7}" dt="2026-07-11T20:07:30.167" v="5126" actId="207"/>
          <ac:spMkLst>
            <pc:docMk/>
            <pc:sldMk cId="695242323" sldId="345"/>
            <ac:spMk id="17" creationId="{E522E745-C2C1-88E6-EAF9-373B6405D241}"/>
          </ac:spMkLst>
        </pc:spChg>
        <pc:spChg chg="add mod">
          <ac:chgData name="Dario Savaresi" userId="f271b77c5d540ba5" providerId="LiveId" clId="{4803DB16-FEAA-473A-B909-8664963CE6E7}" dt="2026-07-11T20:07:17.844" v="5124" actId="12789"/>
          <ac:spMkLst>
            <pc:docMk/>
            <pc:sldMk cId="695242323" sldId="345"/>
            <ac:spMk id="21" creationId="{B97F1440-E634-056F-C273-314D33695353}"/>
          </ac:spMkLst>
        </pc:spChg>
        <pc:spChg chg="del">
          <ac:chgData name="Dario Savaresi" userId="f271b77c5d540ba5" providerId="LiveId" clId="{4803DB16-FEAA-473A-B909-8664963CE6E7}" dt="2026-07-11T20:02:44.040" v="4735" actId="478"/>
          <ac:spMkLst>
            <pc:docMk/>
            <pc:sldMk cId="695242323" sldId="345"/>
            <ac:spMk id="37" creationId="{DEBC9A78-0284-7094-D81C-D061250F2BC2}"/>
          </ac:spMkLst>
        </pc:spChg>
        <pc:spChg chg="del">
          <ac:chgData name="Dario Savaresi" userId="f271b77c5d540ba5" providerId="LiveId" clId="{4803DB16-FEAA-473A-B909-8664963CE6E7}" dt="2026-07-11T20:02:44.040" v="4735" actId="478"/>
          <ac:spMkLst>
            <pc:docMk/>
            <pc:sldMk cId="695242323" sldId="345"/>
            <ac:spMk id="42" creationId="{96DB7531-EC1A-F065-5915-818CE587F4F6}"/>
          </ac:spMkLst>
        </pc:spChg>
        <pc:spChg chg="del">
          <ac:chgData name="Dario Savaresi" userId="f271b77c5d540ba5" providerId="LiveId" clId="{4803DB16-FEAA-473A-B909-8664963CE6E7}" dt="2026-07-11T20:02:44.040" v="4735" actId="478"/>
          <ac:spMkLst>
            <pc:docMk/>
            <pc:sldMk cId="695242323" sldId="345"/>
            <ac:spMk id="45" creationId="{5B806D67-9249-C0FE-DC6A-8BBEBD2F26BC}"/>
          </ac:spMkLst>
        </pc:spChg>
        <pc:spChg chg="del">
          <ac:chgData name="Dario Savaresi" userId="f271b77c5d540ba5" providerId="LiveId" clId="{4803DB16-FEAA-473A-B909-8664963CE6E7}" dt="2026-07-11T20:02:44.040" v="4735" actId="478"/>
          <ac:spMkLst>
            <pc:docMk/>
            <pc:sldMk cId="695242323" sldId="345"/>
            <ac:spMk id="48" creationId="{9A056052-5C64-A5A4-CB85-1DD77FC9EBE2}"/>
          </ac:spMkLst>
        </pc:spChg>
        <pc:spChg chg="del">
          <ac:chgData name="Dario Savaresi" userId="f271b77c5d540ba5" providerId="LiveId" clId="{4803DB16-FEAA-473A-B909-8664963CE6E7}" dt="2026-07-11T20:02:44.040" v="4735" actId="478"/>
          <ac:spMkLst>
            <pc:docMk/>
            <pc:sldMk cId="695242323" sldId="345"/>
            <ac:spMk id="52" creationId="{DEC21918-E1FA-275C-1B42-1E4489DFC835}"/>
          </ac:spMkLst>
        </pc:spChg>
        <pc:spChg chg="del">
          <ac:chgData name="Dario Savaresi" userId="f271b77c5d540ba5" providerId="LiveId" clId="{4803DB16-FEAA-473A-B909-8664963CE6E7}" dt="2026-07-11T20:02:44.040" v="4735" actId="478"/>
          <ac:spMkLst>
            <pc:docMk/>
            <pc:sldMk cId="695242323" sldId="345"/>
            <ac:spMk id="61" creationId="{6FB9C73A-4AAA-6EE2-616D-2C5A6EAC4BBB}"/>
          </ac:spMkLst>
        </pc:spChg>
        <pc:spChg chg="del">
          <ac:chgData name="Dario Savaresi" userId="f271b77c5d540ba5" providerId="LiveId" clId="{4803DB16-FEAA-473A-B909-8664963CE6E7}" dt="2026-07-11T20:02:44.040" v="4735" actId="478"/>
          <ac:spMkLst>
            <pc:docMk/>
            <pc:sldMk cId="695242323" sldId="345"/>
            <ac:spMk id="63" creationId="{1AD4A537-474E-92D3-8148-E27D392C46BE}"/>
          </ac:spMkLst>
        </pc:spChg>
        <pc:spChg chg="del">
          <ac:chgData name="Dario Savaresi" userId="f271b77c5d540ba5" providerId="LiveId" clId="{4803DB16-FEAA-473A-B909-8664963CE6E7}" dt="2026-07-11T20:02:44.040" v="4735" actId="478"/>
          <ac:spMkLst>
            <pc:docMk/>
            <pc:sldMk cId="695242323" sldId="345"/>
            <ac:spMk id="67" creationId="{BE04CC95-CC4A-53B6-053C-8C44DC15DB69}"/>
          </ac:spMkLst>
        </pc:spChg>
        <pc:picChg chg="add mod">
          <ac:chgData name="Dario Savaresi" userId="f271b77c5d540ba5" providerId="LiveId" clId="{4803DB16-FEAA-473A-B909-8664963CE6E7}" dt="2026-07-11T20:07:35.292" v="5127" actId="207"/>
          <ac:picMkLst>
            <pc:docMk/>
            <pc:sldMk cId="695242323" sldId="345"/>
            <ac:picMk id="19" creationId="{5CD97944-4B96-C21F-3D16-5A844841517E}"/>
          </ac:picMkLst>
        </pc:picChg>
        <pc:picChg chg="add mod">
          <ac:chgData name="Dario Savaresi" userId="f271b77c5d540ba5" providerId="LiveId" clId="{4803DB16-FEAA-473A-B909-8664963CE6E7}" dt="2026-07-11T20:07:17.844" v="5124" actId="12789"/>
          <ac:picMkLst>
            <pc:docMk/>
            <pc:sldMk cId="695242323" sldId="345"/>
            <ac:picMk id="23" creationId="{5BD9079A-4B1C-E816-8C0B-A6F2D80FC902}"/>
          </ac:picMkLst>
        </pc:picChg>
      </pc:sldChg>
      <pc:sldChg chg="addSp delSp modSp add mod">
        <pc:chgData name="Dario Savaresi" userId="f271b77c5d540ba5" providerId="LiveId" clId="{4803DB16-FEAA-473A-B909-8664963CE6E7}" dt="2026-07-11T20:24:01.649" v="6415" actId="20577"/>
        <pc:sldMkLst>
          <pc:docMk/>
          <pc:sldMk cId="2563401493" sldId="346"/>
        </pc:sldMkLst>
        <pc:spChg chg="add mod">
          <ac:chgData name="Dario Savaresi" userId="f271b77c5d540ba5" providerId="LiveId" clId="{4803DB16-FEAA-473A-B909-8664963CE6E7}" dt="2026-07-11T20:16:55.312" v="5910" actId="14100"/>
          <ac:spMkLst>
            <pc:docMk/>
            <pc:sldMk cId="2563401493" sldId="346"/>
            <ac:spMk id="3" creationId="{B4F01041-C2DC-7DC6-9F92-2505D2C83445}"/>
          </ac:spMkLst>
        </pc:spChg>
        <pc:spChg chg="del">
          <ac:chgData name="Dario Savaresi" userId="f271b77c5d540ba5" providerId="LiveId" clId="{4803DB16-FEAA-473A-B909-8664963CE6E7}" dt="2026-07-11T20:08:34.906" v="5130" actId="478"/>
          <ac:spMkLst>
            <pc:docMk/>
            <pc:sldMk cId="2563401493" sldId="346"/>
            <ac:spMk id="6" creationId="{E82BD6AD-3DB3-FC43-9891-56884B5546C3}"/>
          </ac:spMkLst>
        </pc:spChg>
        <pc:spChg chg="del">
          <ac:chgData name="Dario Savaresi" userId="f271b77c5d540ba5" providerId="LiveId" clId="{4803DB16-FEAA-473A-B909-8664963CE6E7}" dt="2026-07-11T20:08:34.906" v="5130" actId="478"/>
          <ac:spMkLst>
            <pc:docMk/>
            <pc:sldMk cId="2563401493" sldId="346"/>
            <ac:spMk id="8" creationId="{E4FC22C5-F4F6-C70A-3E34-8D0FCCDDCC1A}"/>
          </ac:spMkLst>
        </pc:spChg>
        <pc:spChg chg="add mod">
          <ac:chgData name="Dario Savaresi" userId="f271b77c5d540ba5" providerId="LiveId" clId="{4803DB16-FEAA-473A-B909-8664963CE6E7}" dt="2026-07-11T20:16:00.079" v="5906" actId="12789"/>
          <ac:spMkLst>
            <pc:docMk/>
            <pc:sldMk cId="2563401493" sldId="346"/>
            <ac:spMk id="9" creationId="{4831F248-7320-3367-71A0-8A614EB26D27}"/>
          </ac:spMkLst>
        </pc:spChg>
        <pc:spChg chg="del">
          <ac:chgData name="Dario Savaresi" userId="f271b77c5d540ba5" providerId="LiveId" clId="{4803DB16-FEAA-473A-B909-8664963CE6E7}" dt="2026-07-11T20:08:34.906" v="5130" actId="478"/>
          <ac:spMkLst>
            <pc:docMk/>
            <pc:sldMk cId="2563401493" sldId="346"/>
            <ac:spMk id="11" creationId="{2400BD26-669C-DE77-234A-4B289EEBDA4C}"/>
          </ac:spMkLst>
        </pc:spChg>
        <pc:spChg chg="add mod">
          <ac:chgData name="Dario Savaresi" userId="f271b77c5d540ba5" providerId="LiveId" clId="{4803DB16-FEAA-473A-B909-8664963CE6E7}" dt="2026-07-11T20:17:56.748" v="5923" actId="14100"/>
          <ac:spMkLst>
            <pc:docMk/>
            <pc:sldMk cId="2563401493" sldId="346"/>
            <ac:spMk id="12" creationId="{0B2B3D7B-64DF-919C-CC1F-7F1BFC2494E8}"/>
          </ac:spMkLst>
        </pc:spChg>
        <pc:spChg chg="del">
          <ac:chgData name="Dario Savaresi" userId="f271b77c5d540ba5" providerId="LiveId" clId="{4803DB16-FEAA-473A-B909-8664963CE6E7}" dt="2026-07-11T20:08:34.906" v="5130" actId="478"/>
          <ac:spMkLst>
            <pc:docMk/>
            <pc:sldMk cId="2563401493" sldId="346"/>
            <ac:spMk id="13" creationId="{780F3AE7-E352-1395-F9B9-F38B091E63AC}"/>
          </ac:spMkLst>
        </pc:spChg>
        <pc:spChg chg="del">
          <ac:chgData name="Dario Savaresi" userId="f271b77c5d540ba5" providerId="LiveId" clId="{4803DB16-FEAA-473A-B909-8664963CE6E7}" dt="2026-07-11T20:08:34.906" v="5130" actId="478"/>
          <ac:spMkLst>
            <pc:docMk/>
            <pc:sldMk cId="2563401493" sldId="346"/>
            <ac:spMk id="17" creationId="{6A77FF42-122D-02CA-934F-11F2DBC6537F}"/>
          </ac:spMkLst>
        </pc:spChg>
        <pc:spChg chg="del">
          <ac:chgData name="Dario Savaresi" userId="f271b77c5d540ba5" providerId="LiveId" clId="{4803DB16-FEAA-473A-B909-8664963CE6E7}" dt="2026-07-11T20:08:34.906" v="5130" actId="478"/>
          <ac:spMkLst>
            <pc:docMk/>
            <pc:sldMk cId="2563401493" sldId="346"/>
            <ac:spMk id="21" creationId="{61D79878-B61A-4DFF-F16C-084E5FADBE5B}"/>
          </ac:spMkLst>
        </pc:spChg>
        <pc:spChg chg="add del">
          <ac:chgData name="Dario Savaresi" userId="f271b77c5d540ba5" providerId="LiveId" clId="{4803DB16-FEAA-473A-B909-8664963CE6E7}" dt="2026-07-11T20:11:24.619" v="5453" actId="478"/>
          <ac:spMkLst>
            <pc:docMk/>
            <pc:sldMk cId="2563401493" sldId="346"/>
            <ac:spMk id="29" creationId="{0482928A-B492-3B72-4CAD-E941021ABF94}"/>
          </ac:spMkLst>
        </pc:spChg>
        <pc:spChg chg="add mod">
          <ac:chgData name="Dario Savaresi" userId="f271b77c5d540ba5" providerId="LiveId" clId="{4803DB16-FEAA-473A-B909-8664963CE6E7}" dt="2026-07-11T20:24:01.649" v="6415" actId="20577"/>
          <ac:spMkLst>
            <pc:docMk/>
            <pc:sldMk cId="2563401493" sldId="346"/>
            <ac:spMk id="31" creationId="{550EFFF8-E112-B589-0727-FD3C678AF448}"/>
          </ac:spMkLst>
        </pc:spChg>
        <pc:picChg chg="add del">
          <ac:chgData name="Dario Savaresi" userId="f271b77c5d540ba5" providerId="LiveId" clId="{4803DB16-FEAA-473A-B909-8664963CE6E7}" dt="2026-07-11T20:08:49.405" v="5132" actId="478"/>
          <ac:picMkLst>
            <pc:docMk/>
            <pc:sldMk cId="2563401493" sldId="346"/>
            <ac:picMk id="15" creationId="{A3E9DDF4-EDEE-B2B6-58E7-3FE212EA518B}"/>
          </ac:picMkLst>
        </pc:picChg>
        <pc:picChg chg="add del">
          <ac:chgData name="Dario Savaresi" userId="f271b77c5d540ba5" providerId="LiveId" clId="{4803DB16-FEAA-473A-B909-8664963CE6E7}" dt="2026-07-11T20:08:49.405" v="5132" actId="478"/>
          <ac:picMkLst>
            <pc:docMk/>
            <pc:sldMk cId="2563401493" sldId="346"/>
            <ac:picMk id="18" creationId="{43E54C61-BC9A-02CC-04A8-A66F20F24469}"/>
          </ac:picMkLst>
        </pc:picChg>
        <pc:picChg chg="del">
          <ac:chgData name="Dario Savaresi" userId="f271b77c5d540ba5" providerId="LiveId" clId="{4803DB16-FEAA-473A-B909-8664963CE6E7}" dt="2026-07-11T20:08:34.906" v="5130" actId="478"/>
          <ac:picMkLst>
            <pc:docMk/>
            <pc:sldMk cId="2563401493" sldId="346"/>
            <ac:picMk id="19" creationId="{00CAF89C-2AF4-B965-9181-B49FB2AB4705}"/>
          </ac:picMkLst>
        </pc:picChg>
        <pc:picChg chg="add del">
          <ac:chgData name="Dario Savaresi" userId="f271b77c5d540ba5" providerId="LiveId" clId="{4803DB16-FEAA-473A-B909-8664963CE6E7}" dt="2026-07-11T20:08:49.405" v="5132" actId="478"/>
          <ac:picMkLst>
            <pc:docMk/>
            <pc:sldMk cId="2563401493" sldId="346"/>
            <ac:picMk id="22" creationId="{FE32B337-A035-5AC7-D3D9-2E153A3D628C}"/>
          </ac:picMkLst>
        </pc:picChg>
        <pc:picChg chg="del">
          <ac:chgData name="Dario Savaresi" userId="f271b77c5d540ba5" providerId="LiveId" clId="{4803DB16-FEAA-473A-B909-8664963CE6E7}" dt="2026-07-11T20:08:34.906" v="5130" actId="478"/>
          <ac:picMkLst>
            <pc:docMk/>
            <pc:sldMk cId="2563401493" sldId="346"/>
            <ac:picMk id="23" creationId="{95004AE2-0F9D-0346-9DC3-11214F33BD12}"/>
          </ac:picMkLst>
        </pc:picChg>
        <pc:picChg chg="add del">
          <ac:chgData name="Dario Savaresi" userId="f271b77c5d540ba5" providerId="LiveId" clId="{4803DB16-FEAA-473A-B909-8664963CE6E7}" dt="2026-07-11T20:08:49.405" v="5132" actId="478"/>
          <ac:picMkLst>
            <pc:docMk/>
            <pc:sldMk cId="2563401493" sldId="346"/>
            <ac:picMk id="25" creationId="{3EC03BBF-E5D3-F220-0034-35A159E8D3F5}"/>
          </ac:picMkLst>
        </pc:picChg>
        <pc:picChg chg="add del">
          <ac:chgData name="Dario Savaresi" userId="f271b77c5d540ba5" providerId="LiveId" clId="{4803DB16-FEAA-473A-B909-8664963CE6E7}" dt="2026-07-11T20:08:49.405" v="5132" actId="478"/>
          <ac:picMkLst>
            <pc:docMk/>
            <pc:sldMk cId="2563401493" sldId="346"/>
            <ac:picMk id="27" creationId="{C10FABA7-1F37-9262-6E90-CBE97C824FAA}"/>
          </ac:picMkLst>
        </pc:picChg>
      </pc:sldChg>
      <pc:sldChg chg="addSp delSp modSp add mod">
        <pc:chgData name="Dario Savaresi" userId="f271b77c5d540ba5" providerId="LiveId" clId="{4803DB16-FEAA-473A-B909-8664963CE6E7}" dt="2026-07-11T20:25:55.490" v="6504" actId="12789"/>
        <pc:sldMkLst>
          <pc:docMk/>
          <pc:sldMk cId="627628288" sldId="347"/>
        </pc:sldMkLst>
        <pc:spChg chg="del">
          <ac:chgData name="Dario Savaresi" userId="f271b77c5d540ba5" providerId="LiveId" clId="{4803DB16-FEAA-473A-B909-8664963CE6E7}" dt="2026-07-11T20:20:15.350" v="5935" actId="478"/>
          <ac:spMkLst>
            <pc:docMk/>
            <pc:sldMk cId="627628288" sldId="347"/>
            <ac:spMk id="3" creationId="{C0A0A9CA-325F-82BA-00CD-38863964ACF8}"/>
          </ac:spMkLst>
        </pc:spChg>
        <pc:spChg chg="mod">
          <ac:chgData name="Dario Savaresi" userId="f271b77c5d540ba5" providerId="LiveId" clId="{4803DB16-FEAA-473A-B909-8664963CE6E7}" dt="2026-07-11T20:20:32.586" v="5968" actId="20577"/>
          <ac:spMkLst>
            <pc:docMk/>
            <pc:sldMk cId="627628288" sldId="347"/>
            <ac:spMk id="4" creationId="{63CEDE40-14AF-918C-AC51-2F5A672C99BB}"/>
          </ac:spMkLst>
        </pc:spChg>
        <pc:spChg chg="add mod">
          <ac:chgData name="Dario Savaresi" userId="f271b77c5d540ba5" providerId="LiveId" clId="{4803DB16-FEAA-473A-B909-8664963CE6E7}" dt="2026-07-11T20:25:55.490" v="6504" actId="12789"/>
          <ac:spMkLst>
            <pc:docMk/>
            <pc:sldMk cId="627628288" sldId="347"/>
            <ac:spMk id="6" creationId="{77CB35F1-56D0-7BE7-9974-65A43A42D373}"/>
          </ac:spMkLst>
        </pc:spChg>
        <pc:spChg chg="add mod">
          <ac:chgData name="Dario Savaresi" userId="f271b77c5d540ba5" providerId="LiveId" clId="{4803DB16-FEAA-473A-B909-8664963CE6E7}" dt="2026-07-11T20:25:55.490" v="6504" actId="12789"/>
          <ac:spMkLst>
            <pc:docMk/>
            <pc:sldMk cId="627628288" sldId="347"/>
            <ac:spMk id="8" creationId="{C8251894-5B50-D381-6B8A-3CC05041009B}"/>
          </ac:spMkLst>
        </pc:spChg>
        <pc:spChg chg="del">
          <ac:chgData name="Dario Savaresi" userId="f271b77c5d540ba5" providerId="LiveId" clId="{4803DB16-FEAA-473A-B909-8664963CE6E7}" dt="2026-07-11T20:20:16.945" v="5936" actId="478"/>
          <ac:spMkLst>
            <pc:docMk/>
            <pc:sldMk cId="627628288" sldId="347"/>
            <ac:spMk id="9" creationId="{96657527-7A83-FDB1-B0A9-26B37AA0B1DB}"/>
          </ac:spMkLst>
        </pc:spChg>
        <pc:spChg chg="add mod">
          <ac:chgData name="Dario Savaresi" userId="f271b77c5d540ba5" providerId="LiveId" clId="{4803DB16-FEAA-473A-B909-8664963CE6E7}" dt="2026-07-11T20:25:55.490" v="6504" actId="12789"/>
          <ac:spMkLst>
            <pc:docMk/>
            <pc:sldMk cId="627628288" sldId="347"/>
            <ac:spMk id="11" creationId="{0DD8DC4C-0FD9-27C7-DD4A-673B9A03E17A}"/>
          </ac:spMkLst>
        </pc:spChg>
        <pc:spChg chg="del">
          <ac:chgData name="Dario Savaresi" userId="f271b77c5d540ba5" providerId="LiveId" clId="{4803DB16-FEAA-473A-B909-8664963CE6E7}" dt="2026-07-11T20:20:15.350" v="5935" actId="478"/>
          <ac:spMkLst>
            <pc:docMk/>
            <pc:sldMk cId="627628288" sldId="347"/>
            <ac:spMk id="12" creationId="{50EE7476-97F3-2E70-BF5F-8D1F3E71F586}"/>
          </ac:spMkLst>
        </pc:spChg>
        <pc:spChg chg="add mod">
          <ac:chgData name="Dario Savaresi" userId="f271b77c5d540ba5" providerId="LiveId" clId="{4803DB16-FEAA-473A-B909-8664963CE6E7}" dt="2026-07-11T20:25:41.368" v="6503" actId="1035"/>
          <ac:spMkLst>
            <pc:docMk/>
            <pc:sldMk cId="627628288" sldId="347"/>
            <ac:spMk id="14" creationId="{0D4960AD-D6B2-F6B1-3D4C-1075917EFA93}"/>
          </ac:spMkLst>
        </pc:spChg>
        <pc:spChg chg="add mod">
          <ac:chgData name="Dario Savaresi" userId="f271b77c5d540ba5" providerId="LiveId" clId="{4803DB16-FEAA-473A-B909-8664963CE6E7}" dt="2026-07-11T20:25:55.490" v="6504" actId="12789"/>
          <ac:spMkLst>
            <pc:docMk/>
            <pc:sldMk cId="627628288" sldId="347"/>
            <ac:spMk id="16" creationId="{D61083F0-43D0-68F9-3F4F-4A75E6978C86}"/>
          </ac:spMkLst>
        </pc:spChg>
        <pc:spChg chg="add mod">
          <ac:chgData name="Dario Savaresi" userId="f271b77c5d540ba5" providerId="LiveId" clId="{4803DB16-FEAA-473A-B909-8664963CE6E7}" dt="2026-07-11T20:25:41.368" v="6503" actId="1035"/>
          <ac:spMkLst>
            <pc:docMk/>
            <pc:sldMk cId="627628288" sldId="347"/>
            <ac:spMk id="18" creationId="{65E96BF4-7CAE-DE65-03E5-AD7EE9CB8B3B}"/>
          </ac:spMkLst>
        </pc:spChg>
        <pc:spChg chg="del">
          <ac:chgData name="Dario Savaresi" userId="f271b77c5d540ba5" providerId="LiveId" clId="{4803DB16-FEAA-473A-B909-8664963CE6E7}" dt="2026-07-11T20:20:15.350" v="5935" actId="478"/>
          <ac:spMkLst>
            <pc:docMk/>
            <pc:sldMk cId="627628288" sldId="347"/>
            <ac:spMk id="31" creationId="{E048A07D-2D2C-E96B-2613-B3674F973CBF}"/>
          </ac:spMkLst>
        </pc:spChg>
        <pc:picChg chg="add del">
          <ac:chgData name="Dario Savaresi" userId="f271b77c5d540ba5" providerId="LiveId" clId="{4803DB16-FEAA-473A-B909-8664963CE6E7}" dt="2026-07-11T20:21:22.092" v="6007" actId="478"/>
          <ac:picMkLst>
            <pc:docMk/>
            <pc:sldMk cId="627628288" sldId="347"/>
            <ac:picMk id="20" creationId="{85FCD436-C9BC-28D4-F919-0853F517CF4C}"/>
          </ac:picMkLst>
        </pc:picChg>
      </pc:sldChg>
      <pc:sldChg chg="addSp delSp modSp add mod">
        <pc:chgData name="Dario Savaresi" userId="f271b77c5d540ba5" providerId="LiveId" clId="{4803DB16-FEAA-473A-B909-8664963CE6E7}" dt="2026-07-11T20:50:43.973" v="7428" actId="207"/>
        <pc:sldMkLst>
          <pc:docMk/>
          <pc:sldMk cId="503425381" sldId="348"/>
        </pc:sldMkLst>
        <pc:spChg chg="add mod">
          <ac:chgData name="Dario Savaresi" userId="f271b77c5d540ba5" providerId="LiveId" clId="{4803DB16-FEAA-473A-B909-8664963CE6E7}" dt="2026-07-11T20:32:07.324" v="7027" actId="1037"/>
          <ac:spMkLst>
            <pc:docMk/>
            <pc:sldMk cId="503425381" sldId="348"/>
            <ac:spMk id="3" creationId="{D07FAEA4-E988-ECF8-1895-B30FF1B40DA8}"/>
          </ac:spMkLst>
        </pc:spChg>
        <pc:spChg chg="mod">
          <ac:chgData name="Dario Savaresi" userId="f271b77c5d540ba5" providerId="LiveId" clId="{4803DB16-FEAA-473A-B909-8664963CE6E7}" dt="2026-07-11T20:26:25.060" v="6580" actId="20577"/>
          <ac:spMkLst>
            <pc:docMk/>
            <pc:sldMk cId="503425381" sldId="348"/>
            <ac:spMk id="4" creationId="{2AED1703-CD80-6066-4AC4-60122ED4FDCC}"/>
          </ac:spMkLst>
        </pc:spChg>
        <pc:spChg chg="mod">
          <ac:chgData name="Dario Savaresi" userId="f271b77c5d540ba5" providerId="LiveId" clId="{4803DB16-FEAA-473A-B909-8664963CE6E7}" dt="2026-07-11T20:50:43.973" v="7428" actId="207"/>
          <ac:spMkLst>
            <pc:docMk/>
            <pc:sldMk cId="503425381" sldId="348"/>
            <ac:spMk id="6" creationId="{E48DCF9A-440F-4E0E-24F5-3D14B8411FC2}"/>
          </ac:spMkLst>
        </pc:spChg>
        <pc:spChg chg="del">
          <ac:chgData name="Dario Savaresi" userId="f271b77c5d540ba5" providerId="LiveId" clId="{4803DB16-FEAA-473A-B909-8664963CE6E7}" dt="2026-07-11T20:28:47.346" v="6615" actId="478"/>
          <ac:spMkLst>
            <pc:docMk/>
            <pc:sldMk cId="503425381" sldId="348"/>
            <ac:spMk id="8" creationId="{32E79329-9EE6-65A0-BB39-4D22FE6C3F52}"/>
          </ac:spMkLst>
        </pc:spChg>
        <pc:spChg chg="add mod">
          <ac:chgData name="Dario Savaresi" userId="f271b77c5d540ba5" providerId="LiveId" clId="{4803DB16-FEAA-473A-B909-8664963CE6E7}" dt="2026-07-11T20:32:14.493" v="7028" actId="465"/>
          <ac:spMkLst>
            <pc:docMk/>
            <pc:sldMk cId="503425381" sldId="348"/>
            <ac:spMk id="9" creationId="{3651F2F1-9324-032B-6427-979B956BAE9C}"/>
          </ac:spMkLst>
        </pc:spChg>
        <pc:spChg chg="del mod">
          <ac:chgData name="Dario Savaresi" userId="f271b77c5d540ba5" providerId="LiveId" clId="{4803DB16-FEAA-473A-B909-8664963CE6E7}" dt="2026-07-11T20:28:52.288" v="6616" actId="478"/>
          <ac:spMkLst>
            <pc:docMk/>
            <pc:sldMk cId="503425381" sldId="348"/>
            <ac:spMk id="11" creationId="{0457A2AB-F9A9-D770-2EF5-BC14315D4E3B}"/>
          </ac:spMkLst>
        </pc:spChg>
        <pc:spChg chg="add mod">
          <ac:chgData name="Dario Savaresi" userId="f271b77c5d540ba5" providerId="LiveId" clId="{4803DB16-FEAA-473A-B909-8664963CE6E7}" dt="2026-07-11T20:32:07.324" v="7027" actId="1037"/>
          <ac:spMkLst>
            <pc:docMk/>
            <pc:sldMk cId="503425381" sldId="348"/>
            <ac:spMk id="12" creationId="{38C2EE44-6858-69CE-5B64-CCFD0BCFEF38}"/>
          </ac:spMkLst>
        </pc:spChg>
        <pc:spChg chg="mod">
          <ac:chgData name="Dario Savaresi" userId="f271b77c5d540ba5" providerId="LiveId" clId="{4803DB16-FEAA-473A-B909-8664963CE6E7}" dt="2026-07-11T20:28:38.823" v="6613" actId="1035"/>
          <ac:spMkLst>
            <pc:docMk/>
            <pc:sldMk cId="503425381" sldId="348"/>
            <ac:spMk id="14" creationId="{2A0B4FD7-81FE-F264-4901-C610963DF469}"/>
          </ac:spMkLst>
        </pc:spChg>
        <pc:spChg chg="del">
          <ac:chgData name="Dario Savaresi" userId="f271b77c5d540ba5" providerId="LiveId" clId="{4803DB16-FEAA-473A-B909-8664963CE6E7}" dt="2026-07-11T20:28:47.346" v="6615" actId="478"/>
          <ac:spMkLst>
            <pc:docMk/>
            <pc:sldMk cId="503425381" sldId="348"/>
            <ac:spMk id="16" creationId="{51D73461-D071-17D0-4374-BF100D729345}"/>
          </ac:spMkLst>
        </pc:spChg>
        <pc:spChg chg="del">
          <ac:chgData name="Dario Savaresi" userId="f271b77c5d540ba5" providerId="LiveId" clId="{4803DB16-FEAA-473A-B909-8664963CE6E7}" dt="2026-07-11T20:28:47.346" v="6615" actId="478"/>
          <ac:spMkLst>
            <pc:docMk/>
            <pc:sldMk cId="503425381" sldId="348"/>
            <ac:spMk id="18" creationId="{C854ECFD-595F-A247-9E2D-D97BA1C03C95}"/>
          </ac:spMkLst>
        </pc:spChg>
        <pc:spChg chg="add mod">
          <ac:chgData name="Dario Savaresi" userId="f271b77c5d540ba5" providerId="LiveId" clId="{4803DB16-FEAA-473A-B909-8664963CE6E7}" dt="2026-07-11T20:35:56.907" v="7203" actId="207"/>
          <ac:spMkLst>
            <pc:docMk/>
            <pc:sldMk cId="503425381" sldId="348"/>
            <ac:spMk id="26" creationId="{B86CB7CD-E457-E24A-D30B-4357B456C1A6}"/>
          </ac:spMkLst>
        </pc:spChg>
        <pc:spChg chg="add mod">
          <ac:chgData name="Dario Savaresi" userId="f271b77c5d540ba5" providerId="LiveId" clId="{4803DB16-FEAA-473A-B909-8664963CE6E7}" dt="2026-07-11T20:38:40.035" v="7362" actId="1076"/>
          <ac:spMkLst>
            <pc:docMk/>
            <pc:sldMk cId="503425381" sldId="348"/>
            <ac:spMk id="28" creationId="{5FE816B6-10F1-7F1A-B023-4F811F87EC26}"/>
          </ac:spMkLst>
        </pc:spChg>
        <pc:spChg chg="add mod">
          <ac:chgData name="Dario Savaresi" userId="f271b77c5d540ba5" providerId="LiveId" clId="{4803DB16-FEAA-473A-B909-8664963CE6E7}" dt="2026-07-11T20:38:44.075" v="7363" actId="1076"/>
          <ac:spMkLst>
            <pc:docMk/>
            <pc:sldMk cId="503425381" sldId="348"/>
            <ac:spMk id="30" creationId="{C1FD2311-DC03-643B-7F14-CA5CE07821B2}"/>
          </ac:spMkLst>
        </pc:spChg>
        <pc:spChg chg="add del mod">
          <ac:chgData name="Dario Savaresi" userId="f271b77c5d540ba5" providerId="LiveId" clId="{4803DB16-FEAA-473A-B909-8664963CE6E7}" dt="2026-07-11T20:40:14.948" v="7414" actId="478"/>
          <ac:spMkLst>
            <pc:docMk/>
            <pc:sldMk cId="503425381" sldId="348"/>
            <ac:spMk id="32" creationId="{B138EB72-CACC-CF49-4421-E9A312893836}"/>
          </ac:spMkLst>
        </pc:spChg>
        <pc:spChg chg="add mod">
          <ac:chgData name="Dario Savaresi" userId="f271b77c5d540ba5" providerId="LiveId" clId="{4803DB16-FEAA-473A-B909-8664963CE6E7}" dt="2026-07-11T20:39:39.073" v="7409" actId="1076"/>
          <ac:spMkLst>
            <pc:docMk/>
            <pc:sldMk cId="503425381" sldId="348"/>
            <ac:spMk id="34" creationId="{300E2EF9-E443-8424-DBEA-8F3FA7BA5BE5}"/>
          </ac:spMkLst>
        </pc:spChg>
        <pc:graphicFrameChg chg="add del mod">
          <ac:chgData name="Dario Savaresi" userId="f271b77c5d540ba5" providerId="LiveId" clId="{4803DB16-FEAA-473A-B909-8664963CE6E7}" dt="2026-07-11T20:34:34.912" v="7190" actId="478"/>
          <ac:graphicFrameMkLst>
            <pc:docMk/>
            <pc:sldMk cId="503425381" sldId="348"/>
            <ac:graphicFrameMk id="23" creationId="{5D9C488C-BDEF-BF2C-6302-0514E0890378}"/>
          </ac:graphicFrameMkLst>
        </pc:graphicFrameChg>
        <pc:graphicFrameChg chg="add mod modGraphic">
          <ac:chgData name="Dario Savaresi" userId="f271b77c5d540ba5" providerId="LiveId" clId="{4803DB16-FEAA-473A-B909-8664963CE6E7}" dt="2026-07-11T20:41:09.418" v="7423" actId="207"/>
          <ac:graphicFrameMkLst>
            <pc:docMk/>
            <pc:sldMk cId="503425381" sldId="348"/>
            <ac:graphicFrameMk id="24" creationId="{F0EB7D8C-7669-E904-CB71-BF3AC0B64E3D}"/>
          </ac:graphicFrameMkLst>
        </pc:graphicFrameChg>
        <pc:picChg chg="add mod">
          <ac:chgData name="Dario Savaresi" userId="f271b77c5d540ba5" providerId="LiveId" clId="{4803DB16-FEAA-473A-B909-8664963CE6E7}" dt="2026-07-11T20:32:28.255" v="7030" actId="1076"/>
          <ac:picMkLst>
            <pc:docMk/>
            <pc:sldMk cId="503425381" sldId="348"/>
            <ac:picMk id="15" creationId="{B8806F1B-D578-916B-BF7E-D2268D7D15EF}"/>
          </ac:picMkLst>
        </pc:picChg>
        <pc:picChg chg="add mod">
          <ac:chgData name="Dario Savaresi" userId="f271b77c5d540ba5" providerId="LiveId" clId="{4803DB16-FEAA-473A-B909-8664963CE6E7}" dt="2026-07-11T20:32:39.892" v="7031" actId="1076"/>
          <ac:picMkLst>
            <pc:docMk/>
            <pc:sldMk cId="503425381" sldId="348"/>
            <ac:picMk id="19" creationId="{281FE124-C57D-5BAD-9337-B023EBA86269}"/>
          </ac:picMkLst>
        </pc:picChg>
        <pc:picChg chg="add mod">
          <ac:chgData name="Dario Savaresi" userId="f271b77c5d540ba5" providerId="LiveId" clId="{4803DB16-FEAA-473A-B909-8664963CE6E7}" dt="2026-07-11T20:32:19.527" v="7029" actId="1076"/>
          <ac:picMkLst>
            <pc:docMk/>
            <pc:sldMk cId="503425381" sldId="348"/>
            <ac:picMk id="21" creationId="{95612DE7-2034-980B-EB83-E7DCA0F6C55E}"/>
          </ac:picMkLst>
        </pc:picChg>
        <pc:picChg chg="add mod">
          <ac:chgData name="Dario Savaresi" userId="f271b77c5d540ba5" providerId="LiveId" clId="{4803DB16-FEAA-473A-B909-8664963CE6E7}" dt="2026-07-11T20:40:07.542" v="7413" actId="207"/>
          <ac:picMkLst>
            <pc:docMk/>
            <pc:sldMk cId="503425381" sldId="348"/>
            <ac:picMk id="36" creationId="{5D81745A-3543-BA3A-3ADC-E03C7CE3B05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1C7DE7A-BFCF-477D-9C69-5C7B875B2E9A}"/>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D623269-DBE5-4C57-8428-689F1C90ACF0}"/>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1F304422-308B-4004-BCEF-B5987E09AEBE}" type="datetimeFigureOut">
              <a:rPr lang="en-GB" smtClean="0"/>
              <a:t>11/07/2026</a:t>
            </a:fld>
            <a:endParaRPr lang="en-GB"/>
          </a:p>
        </p:txBody>
      </p:sp>
      <p:sp>
        <p:nvSpPr>
          <p:cNvPr id="4" name="Footer Placeholder 3">
            <a:extLst>
              <a:ext uri="{FF2B5EF4-FFF2-40B4-BE49-F238E27FC236}">
                <a16:creationId xmlns:a16="http://schemas.microsoft.com/office/drawing/2014/main" id="{A8A51A65-2E87-46B1-94F6-DB09309A06B7}"/>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707D0EEF-BC0F-4BD3-A95D-00CF9189004D}"/>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5F880A88-61F5-45D3-95AD-1D4394D375E8}" type="slidenum">
              <a:rPr lang="en-GB" smtClean="0"/>
              <a:t>‹#›</a:t>
            </a:fld>
            <a:endParaRPr lang="en-GB"/>
          </a:p>
        </p:txBody>
      </p:sp>
    </p:spTree>
    <p:extLst>
      <p:ext uri="{BB962C8B-B14F-4D97-AF65-F5344CB8AC3E}">
        <p14:creationId xmlns:p14="http://schemas.microsoft.com/office/powerpoint/2010/main" val="192701449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Electrolux Sans Regular" panose="020B0500020000000000" pitchFamily="34" charset="0"/>
              </a:defRPr>
            </a:lvl1pPr>
          </a:lstStyle>
          <a:p>
            <a:endParaRPr lang="en-GB" dirty="0"/>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Electrolux Sans Regular" panose="020B0500020000000000" pitchFamily="34" charset="0"/>
              </a:defRPr>
            </a:lvl1pPr>
          </a:lstStyle>
          <a:p>
            <a:fld id="{BBB474A6-AFAF-48B7-90F9-7ED71C52A70C}" type="datetimeFigureOut">
              <a:rPr lang="en-GB" smtClean="0"/>
              <a:pPr/>
              <a:t>11/07/2026</a:t>
            </a:fld>
            <a:endParaRPr lang="en-GB" dirty="0"/>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Electrolux Sans Regular" panose="020B0500020000000000" pitchFamily="34" charset="0"/>
              </a:defRPr>
            </a:lvl1pPr>
          </a:lstStyle>
          <a:p>
            <a:endParaRPr lang="en-GB" dirty="0"/>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Electrolux Sans Regular" panose="020B0500020000000000" pitchFamily="34" charset="0"/>
              </a:defRPr>
            </a:lvl1pPr>
          </a:lstStyle>
          <a:p>
            <a:fld id="{8DDFE46B-2112-4B71-9DCB-E60C56B2ABB2}" type="slidenum">
              <a:rPr lang="en-GB" smtClean="0"/>
              <a:pPr/>
              <a:t>‹#›</a:t>
            </a:fld>
            <a:endParaRPr lang="en-GB" dirty="0"/>
          </a:p>
        </p:txBody>
      </p:sp>
    </p:spTree>
    <p:extLst>
      <p:ext uri="{BB962C8B-B14F-4D97-AF65-F5344CB8AC3E}">
        <p14:creationId xmlns:p14="http://schemas.microsoft.com/office/powerpoint/2010/main" val="4189010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Electrolux Sans Regular" panose="020B0500020000000000" pitchFamily="34" charset="0"/>
        <a:ea typeface="+mn-ea"/>
        <a:cs typeface="+mn-cs"/>
      </a:defRPr>
    </a:lvl1pPr>
    <a:lvl2pPr marL="457200" algn="l" defTabSz="914400" rtl="0" eaLnBrk="1" latinLnBrk="0" hangingPunct="1">
      <a:defRPr sz="1200" kern="1200">
        <a:solidFill>
          <a:schemeClr val="tx1"/>
        </a:solidFill>
        <a:latin typeface="Electrolux Sans Regular" panose="020B0500020000000000" pitchFamily="34" charset="0"/>
        <a:ea typeface="+mn-ea"/>
        <a:cs typeface="+mn-cs"/>
      </a:defRPr>
    </a:lvl2pPr>
    <a:lvl3pPr marL="914400" algn="l" defTabSz="914400" rtl="0" eaLnBrk="1" latinLnBrk="0" hangingPunct="1">
      <a:defRPr sz="1200" kern="1200">
        <a:solidFill>
          <a:schemeClr val="tx1"/>
        </a:solidFill>
        <a:latin typeface="Electrolux Sans Regular" panose="020B0500020000000000" pitchFamily="34" charset="0"/>
        <a:ea typeface="+mn-ea"/>
        <a:cs typeface="+mn-cs"/>
      </a:defRPr>
    </a:lvl3pPr>
    <a:lvl4pPr marL="1371600" algn="l" defTabSz="914400" rtl="0" eaLnBrk="1" latinLnBrk="0" hangingPunct="1">
      <a:defRPr sz="1200" kern="1200">
        <a:solidFill>
          <a:schemeClr val="tx1"/>
        </a:solidFill>
        <a:latin typeface="Electrolux Sans Regular" panose="020B0500020000000000" pitchFamily="34" charset="0"/>
        <a:ea typeface="+mn-ea"/>
        <a:cs typeface="+mn-cs"/>
      </a:defRPr>
    </a:lvl4pPr>
    <a:lvl5pPr marL="1828800" algn="l" defTabSz="914400" rtl="0" eaLnBrk="1" latinLnBrk="0" hangingPunct="1">
      <a:defRPr sz="1200" kern="1200">
        <a:solidFill>
          <a:schemeClr val="tx1"/>
        </a:solidFill>
        <a:latin typeface="Electrolux Sans Regular" panose="020B0500020000000000"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visualizzazione, cloud AWS, orchestrazione, ML. Ogni blocco è indipendente e prioritizzabile.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ue">
    <p:bg>
      <p:bgRef idx="1001">
        <a:schemeClr val="bg2"/>
      </p:bgRef>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9" name="Graphic 8">
            <a:extLst>
              <a:ext uri="{FF2B5EF4-FFF2-40B4-BE49-F238E27FC236}">
                <a16:creationId xmlns:a16="http://schemas.microsoft.com/office/drawing/2014/main" id="{8C32DC11-28C4-CD7E-8364-CD52E136FED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76237" y="379307"/>
            <a:ext cx="1674000" cy="460405"/>
          </a:xfrm>
          <a:prstGeom prst="rect">
            <a:avLst/>
          </a:prstGeom>
        </p:spPr>
      </p:pic>
    </p:spTree>
    <p:extLst>
      <p:ext uri="{BB962C8B-B14F-4D97-AF65-F5344CB8AC3E}">
        <p14:creationId xmlns:p14="http://schemas.microsoft.com/office/powerpoint/2010/main" val="8523588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1">
    <p:bg>
      <p:bgRef idx="1001">
        <a:schemeClr val="bg2"/>
      </p:bgRef>
    </p:bg>
    <p:spTree>
      <p:nvGrpSpPr>
        <p:cNvPr id="1" name=""/>
        <p:cNvGrpSpPr/>
        <p:nvPr/>
      </p:nvGrpSpPr>
      <p:grpSpPr>
        <a:xfrm>
          <a:off x="0" y="0"/>
          <a:ext cx="0" cy="0"/>
          <a:chOff x="0" y="0"/>
          <a:chExt cx="0" cy="0"/>
        </a:xfrm>
      </p:grpSpPr>
      <p:pic>
        <p:nvPicPr>
          <p:cNvPr id="7" name="Picture Placeholder 18">
            <a:extLst>
              <a:ext uri="{FF2B5EF4-FFF2-40B4-BE49-F238E27FC236}">
                <a16:creationId xmlns:a16="http://schemas.microsoft.com/office/drawing/2014/main" id="{C8FBE83B-2C5E-409B-A41F-54ECC526D10F}"/>
              </a:ext>
            </a:extLst>
          </p:cNvPr>
          <p:cNvPicPr>
            <a:picLocks noChangeAspect="1"/>
          </p:cNvPicPr>
          <p:nvPr userDrawn="1"/>
        </p:nvPicPr>
        <p:blipFill rotWithShape="1">
          <a:blip r:embed="rId2"/>
          <a:srcRect t="7" r="3127" b="7"/>
          <a:stretch/>
        </p:blipFill>
        <p:spPr>
          <a:xfrm>
            <a:off x="1" y="0"/>
            <a:ext cx="12192000" cy="6858000"/>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4" name="Graphic 3">
            <a:extLst>
              <a:ext uri="{FF2B5EF4-FFF2-40B4-BE49-F238E27FC236}">
                <a16:creationId xmlns:a16="http://schemas.microsoft.com/office/drawing/2014/main" id="{3F260FD9-F392-601F-7DCC-103B27003DB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76237" y="379307"/>
            <a:ext cx="1674000" cy="460405"/>
          </a:xfrm>
          <a:prstGeom prst="rect">
            <a:avLst/>
          </a:prstGeom>
        </p:spPr>
      </p:pic>
    </p:spTree>
    <p:extLst>
      <p:ext uri="{BB962C8B-B14F-4D97-AF65-F5344CB8AC3E}">
        <p14:creationId xmlns:p14="http://schemas.microsoft.com/office/powerpoint/2010/main" val="41541553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2">
    <p:bg>
      <p:bgRef idx="1001">
        <a:schemeClr val="bg2"/>
      </p:bgRef>
    </p:bg>
    <p:spTree>
      <p:nvGrpSpPr>
        <p:cNvPr id="1" name=""/>
        <p:cNvGrpSpPr/>
        <p:nvPr/>
      </p:nvGrpSpPr>
      <p:grpSpPr>
        <a:xfrm>
          <a:off x="0" y="0"/>
          <a:ext cx="0" cy="0"/>
          <a:chOff x="0" y="0"/>
          <a:chExt cx="0" cy="0"/>
        </a:xfrm>
      </p:grpSpPr>
      <p:pic>
        <p:nvPicPr>
          <p:cNvPr id="9" name="Picture Placeholder 7">
            <a:extLst>
              <a:ext uri="{FF2B5EF4-FFF2-40B4-BE49-F238E27FC236}">
                <a16:creationId xmlns:a16="http://schemas.microsoft.com/office/drawing/2014/main" id="{3AE4B651-D3C0-4310-A40C-C42EBD81C7A6}"/>
              </a:ext>
            </a:extLst>
          </p:cNvPr>
          <p:cNvPicPr>
            <a:picLocks noChangeAspect="1"/>
          </p:cNvPicPr>
          <p:nvPr userDrawn="1"/>
        </p:nvPicPr>
        <p:blipFill rotWithShape="1">
          <a:blip r:embed="rId2"/>
          <a:srcRect t="16395" r="910"/>
          <a:stretch/>
        </p:blipFill>
        <p:spPr>
          <a:xfrm>
            <a:off x="0" y="0"/>
            <a:ext cx="12192000" cy="6858000"/>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4" name="Graphic 3">
            <a:extLst>
              <a:ext uri="{FF2B5EF4-FFF2-40B4-BE49-F238E27FC236}">
                <a16:creationId xmlns:a16="http://schemas.microsoft.com/office/drawing/2014/main" id="{D1C05F46-E942-1429-3E6C-34999250385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76237" y="379307"/>
            <a:ext cx="1674000" cy="460405"/>
          </a:xfrm>
          <a:prstGeom prst="rect">
            <a:avLst/>
          </a:prstGeom>
        </p:spPr>
      </p:pic>
    </p:spTree>
    <p:extLst>
      <p:ext uri="{BB962C8B-B14F-4D97-AF65-F5344CB8AC3E}">
        <p14:creationId xmlns:p14="http://schemas.microsoft.com/office/powerpoint/2010/main" val="40716603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3">
    <p:bg>
      <p:bgRef idx="1001">
        <a:schemeClr val="bg2"/>
      </p:bgRef>
    </p:bg>
    <p:spTree>
      <p:nvGrpSpPr>
        <p:cNvPr id="1" name=""/>
        <p:cNvGrpSpPr/>
        <p:nvPr/>
      </p:nvGrpSpPr>
      <p:grpSpPr>
        <a:xfrm>
          <a:off x="0" y="0"/>
          <a:ext cx="0" cy="0"/>
          <a:chOff x="0" y="0"/>
          <a:chExt cx="0" cy="0"/>
        </a:xfrm>
      </p:grpSpPr>
      <p:pic>
        <p:nvPicPr>
          <p:cNvPr id="6" name="Picture Placeholder 9">
            <a:extLst>
              <a:ext uri="{FF2B5EF4-FFF2-40B4-BE49-F238E27FC236}">
                <a16:creationId xmlns:a16="http://schemas.microsoft.com/office/drawing/2014/main" id="{70900553-94C4-4B72-8661-7FD89DD576AC}"/>
              </a:ext>
            </a:extLst>
          </p:cNvPr>
          <p:cNvPicPr>
            <a:picLocks noChangeAspect="1"/>
          </p:cNvPicPr>
          <p:nvPr userDrawn="1"/>
        </p:nvPicPr>
        <p:blipFill rotWithShape="1">
          <a:blip r:embed="rId2"/>
          <a:srcRect l="293" t="2016" b="13856"/>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2FF966BD-F706-40D8-A748-82758CD662FC}"/>
              </a:ext>
            </a:extLst>
          </p:cNvPr>
          <p:cNvSpPr/>
          <p:nvPr userDrawn="1"/>
        </p:nvSpPr>
        <p:spPr>
          <a:xfrm>
            <a:off x="1" y="0"/>
            <a:ext cx="9802906" cy="6858000"/>
          </a:xfrm>
          <a:prstGeom prst="rect">
            <a:avLst/>
          </a:prstGeom>
          <a:gradFill>
            <a:gsLst>
              <a:gs pos="0">
                <a:schemeClr val="bg1">
                  <a:alpha val="48000"/>
                </a:schemeClr>
              </a:gs>
              <a:gs pos="47000">
                <a:schemeClr val="bg1">
                  <a:alpha val="39000"/>
                </a:schemeClr>
              </a:gs>
              <a:gs pos="77000">
                <a:schemeClr val="bg1">
                  <a:alpha val="2300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pic>
        <p:nvPicPr>
          <p:cNvPr id="5" name="Picture 4">
            <a:extLst>
              <a:ext uri="{FF2B5EF4-FFF2-40B4-BE49-F238E27FC236}">
                <a16:creationId xmlns:a16="http://schemas.microsoft.com/office/drawing/2014/main" id="{71750BA9-5658-45F2-8C4E-C42F128C018F}"/>
              </a:ext>
            </a:extLst>
          </p:cNvPr>
          <p:cNvPicPr>
            <a:picLocks noChangeAspect="1"/>
          </p:cNvPicPr>
          <p:nvPr userDrawn="1"/>
        </p:nvPicPr>
        <p:blipFill rotWithShape="1">
          <a:blip r:embed="rId3" cstate="email">
            <a:extLst>
              <a:ext uri="{28A0092B-C50C-407E-A947-70E740481C1C}">
                <a14:useLocalDpi xmlns:a14="http://schemas.microsoft.com/office/drawing/2010/main" val="0"/>
              </a:ext>
            </a:extLst>
          </a:blip>
          <a:srcRect/>
          <a:stretch/>
        </p:blipFill>
        <p:spPr>
          <a:xfrm>
            <a:off x="0" y="-1"/>
            <a:ext cx="7339765" cy="2828003"/>
          </a:xfrm>
          <a:prstGeom prst="rect">
            <a:avLst/>
          </a:prstGeom>
        </p:spPr>
      </p:pic>
      <p:pic>
        <p:nvPicPr>
          <p:cNvPr id="10" name="Picture 9">
            <a:extLst>
              <a:ext uri="{FF2B5EF4-FFF2-40B4-BE49-F238E27FC236}">
                <a16:creationId xmlns:a16="http://schemas.microsoft.com/office/drawing/2014/main" id="{0D336D88-90B1-49F5-97C2-CB0835CDEBD3}"/>
              </a:ext>
            </a:extLst>
          </p:cNvPr>
          <p:cNvPicPr>
            <a:picLocks noChangeAspect="1"/>
          </p:cNvPicPr>
          <p:nvPr userDrawn="1"/>
        </p:nvPicPr>
        <p:blipFill rotWithShape="1">
          <a:blip r:embed="rId4" cstate="email">
            <a:extLst>
              <a:ext uri="{28A0092B-C50C-407E-A947-70E740481C1C}">
                <a14:useLocalDpi xmlns:a14="http://schemas.microsoft.com/office/drawing/2010/main" val="0"/>
              </a:ext>
            </a:extLst>
          </a:blip>
          <a:srcRect/>
          <a:stretch/>
        </p:blipFill>
        <p:spPr>
          <a:xfrm>
            <a:off x="0" y="3429000"/>
            <a:ext cx="12398188" cy="3429001"/>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4" name="Graphic 3">
            <a:extLst>
              <a:ext uri="{FF2B5EF4-FFF2-40B4-BE49-F238E27FC236}">
                <a16:creationId xmlns:a16="http://schemas.microsoft.com/office/drawing/2014/main" id="{BACA41A2-3415-1F46-9FD9-281E4AB2A21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76237" y="379307"/>
            <a:ext cx="1674000" cy="460405"/>
          </a:xfrm>
          <a:prstGeom prst="rect">
            <a:avLst/>
          </a:prstGeom>
        </p:spPr>
      </p:pic>
    </p:spTree>
    <p:extLst>
      <p:ext uri="{BB962C8B-B14F-4D97-AF65-F5344CB8AC3E}">
        <p14:creationId xmlns:p14="http://schemas.microsoft.com/office/powerpoint/2010/main" val="662083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4">
    <p:bg>
      <p:bgRef idx="1001">
        <a:schemeClr val="bg2"/>
      </p:bgRef>
    </p:bg>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A6C98218-9AF0-46D6-9775-1A0ED22869AE}"/>
              </a:ext>
            </a:extLst>
          </p:cNvPr>
          <p:cNvPicPr>
            <a:picLocks noChangeAspect="1"/>
          </p:cNvPicPr>
          <p:nvPr userDrawn="1"/>
        </p:nvPicPr>
        <p:blipFill rotWithShape="1">
          <a:blip r:embed="rId2"/>
          <a:srcRect t="11623" r="1662" b="5406"/>
          <a:stretch/>
        </p:blipFill>
        <p:spPr>
          <a:xfrm>
            <a:off x="0" y="0"/>
            <a:ext cx="12192000" cy="6858000"/>
          </a:xfrm>
          <a:prstGeom prst="rect">
            <a:avLst/>
          </a:prstGeom>
        </p:spPr>
      </p:pic>
      <p:sp>
        <p:nvSpPr>
          <p:cNvPr id="4" name="Rectangle 3">
            <a:extLst>
              <a:ext uri="{FF2B5EF4-FFF2-40B4-BE49-F238E27FC236}">
                <a16:creationId xmlns:a16="http://schemas.microsoft.com/office/drawing/2014/main" id="{8E594726-EF7A-46CC-9462-CC3C9A2471D9}"/>
              </a:ext>
            </a:extLst>
          </p:cNvPr>
          <p:cNvSpPr/>
          <p:nvPr userDrawn="1"/>
        </p:nvSpPr>
        <p:spPr>
          <a:xfrm>
            <a:off x="1" y="0"/>
            <a:ext cx="8458200" cy="6858000"/>
          </a:xfrm>
          <a:prstGeom prst="rect">
            <a:avLst/>
          </a:prstGeom>
          <a:gradFill>
            <a:gsLst>
              <a:gs pos="0">
                <a:schemeClr val="bg1">
                  <a:alpha val="25000"/>
                </a:schemeClr>
              </a:gs>
              <a:gs pos="47000">
                <a:schemeClr val="bg1">
                  <a:alpha val="39000"/>
                </a:schemeClr>
              </a:gs>
              <a:gs pos="77000">
                <a:schemeClr val="bg1">
                  <a:alpha val="2300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pic>
        <p:nvPicPr>
          <p:cNvPr id="5" name="Picture 4">
            <a:extLst>
              <a:ext uri="{FF2B5EF4-FFF2-40B4-BE49-F238E27FC236}">
                <a16:creationId xmlns:a16="http://schemas.microsoft.com/office/drawing/2014/main" id="{71750BA9-5658-45F2-8C4E-C42F128C018F}"/>
              </a:ext>
            </a:extLst>
          </p:cNvPr>
          <p:cNvPicPr>
            <a:picLocks noChangeAspect="1"/>
          </p:cNvPicPr>
          <p:nvPr userDrawn="1"/>
        </p:nvPicPr>
        <p:blipFill rotWithShape="1">
          <a:blip r:embed="rId3" cstate="email">
            <a:extLst>
              <a:ext uri="{28A0092B-C50C-407E-A947-70E740481C1C}">
                <a14:useLocalDpi xmlns:a14="http://schemas.microsoft.com/office/drawing/2010/main" val="0"/>
              </a:ext>
            </a:extLst>
          </a:blip>
          <a:srcRect/>
          <a:stretch/>
        </p:blipFill>
        <p:spPr>
          <a:xfrm>
            <a:off x="0" y="-1"/>
            <a:ext cx="7339765" cy="2828003"/>
          </a:xfrm>
          <a:prstGeom prst="rect">
            <a:avLst/>
          </a:prstGeom>
        </p:spPr>
      </p:pic>
      <p:pic>
        <p:nvPicPr>
          <p:cNvPr id="10" name="Picture 9">
            <a:extLst>
              <a:ext uri="{FF2B5EF4-FFF2-40B4-BE49-F238E27FC236}">
                <a16:creationId xmlns:a16="http://schemas.microsoft.com/office/drawing/2014/main" id="{0D336D88-90B1-49F5-97C2-CB0835CDEBD3}"/>
              </a:ext>
            </a:extLst>
          </p:cNvPr>
          <p:cNvPicPr>
            <a:picLocks noChangeAspect="1"/>
          </p:cNvPicPr>
          <p:nvPr userDrawn="1"/>
        </p:nvPicPr>
        <p:blipFill rotWithShape="1">
          <a:blip r:embed="rId4" cstate="email">
            <a:extLst>
              <a:ext uri="{28A0092B-C50C-407E-A947-70E740481C1C}">
                <a14:useLocalDpi xmlns:a14="http://schemas.microsoft.com/office/drawing/2010/main" val="0"/>
              </a:ext>
            </a:extLst>
          </a:blip>
          <a:srcRect/>
          <a:stretch/>
        </p:blipFill>
        <p:spPr>
          <a:xfrm>
            <a:off x="0" y="4249271"/>
            <a:ext cx="12398188" cy="2608730"/>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6" name="Graphic 5">
            <a:extLst>
              <a:ext uri="{FF2B5EF4-FFF2-40B4-BE49-F238E27FC236}">
                <a16:creationId xmlns:a16="http://schemas.microsoft.com/office/drawing/2014/main" id="{AA1CE19C-C4B6-8DB7-C547-7F6CF051407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76237" y="379307"/>
            <a:ext cx="1674000" cy="460405"/>
          </a:xfrm>
          <a:prstGeom prst="rect">
            <a:avLst/>
          </a:prstGeom>
        </p:spPr>
      </p:pic>
    </p:spTree>
    <p:extLst>
      <p:ext uri="{BB962C8B-B14F-4D97-AF65-F5344CB8AC3E}">
        <p14:creationId xmlns:p14="http://schemas.microsoft.com/office/powerpoint/2010/main" val="38257736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5">
    <p:bg>
      <p:bgRef idx="1001">
        <a:schemeClr val="bg2"/>
      </p:bgRef>
    </p:bg>
    <p:spTree>
      <p:nvGrpSpPr>
        <p:cNvPr id="1" name=""/>
        <p:cNvGrpSpPr/>
        <p:nvPr/>
      </p:nvGrpSpPr>
      <p:grpSpPr>
        <a:xfrm>
          <a:off x="0" y="0"/>
          <a:ext cx="0" cy="0"/>
          <a:chOff x="0" y="0"/>
          <a:chExt cx="0" cy="0"/>
        </a:xfrm>
      </p:grpSpPr>
      <p:pic>
        <p:nvPicPr>
          <p:cNvPr id="11" name="Picture Placeholder 8">
            <a:extLst>
              <a:ext uri="{FF2B5EF4-FFF2-40B4-BE49-F238E27FC236}">
                <a16:creationId xmlns:a16="http://schemas.microsoft.com/office/drawing/2014/main" id="{09C69A96-3524-4E40-A943-81CF38F27F2B}"/>
              </a:ext>
            </a:extLst>
          </p:cNvPr>
          <p:cNvPicPr>
            <a:picLocks noChangeAspect="1"/>
          </p:cNvPicPr>
          <p:nvPr userDrawn="1"/>
        </p:nvPicPr>
        <p:blipFill rotWithShape="1">
          <a:blip r:embed="rId2"/>
          <a:srcRect r="5491" b="20259"/>
          <a:stretch/>
        </p:blipFill>
        <p:spPr>
          <a:xfrm>
            <a:off x="1" y="-1"/>
            <a:ext cx="12191999" cy="6857999"/>
          </a:xfrm>
          <a:prstGeom prst="rect">
            <a:avLst/>
          </a:prstGeom>
        </p:spPr>
      </p:pic>
      <p:sp>
        <p:nvSpPr>
          <p:cNvPr id="4" name="Rectangle 3">
            <a:extLst>
              <a:ext uri="{FF2B5EF4-FFF2-40B4-BE49-F238E27FC236}">
                <a16:creationId xmlns:a16="http://schemas.microsoft.com/office/drawing/2014/main" id="{8E594726-EF7A-46CC-9462-CC3C9A2471D9}"/>
              </a:ext>
            </a:extLst>
          </p:cNvPr>
          <p:cNvSpPr/>
          <p:nvPr userDrawn="1"/>
        </p:nvSpPr>
        <p:spPr>
          <a:xfrm>
            <a:off x="1" y="0"/>
            <a:ext cx="8458200" cy="6858000"/>
          </a:xfrm>
          <a:prstGeom prst="rect">
            <a:avLst/>
          </a:prstGeom>
          <a:gradFill>
            <a:gsLst>
              <a:gs pos="0">
                <a:schemeClr val="bg1">
                  <a:alpha val="25000"/>
                </a:schemeClr>
              </a:gs>
              <a:gs pos="47000">
                <a:schemeClr val="bg1">
                  <a:alpha val="39000"/>
                </a:schemeClr>
              </a:gs>
              <a:gs pos="77000">
                <a:schemeClr val="bg1">
                  <a:alpha val="2300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pic>
        <p:nvPicPr>
          <p:cNvPr id="5" name="Picture 4">
            <a:extLst>
              <a:ext uri="{FF2B5EF4-FFF2-40B4-BE49-F238E27FC236}">
                <a16:creationId xmlns:a16="http://schemas.microsoft.com/office/drawing/2014/main" id="{71750BA9-5658-45F2-8C4E-C42F128C018F}"/>
              </a:ext>
            </a:extLst>
          </p:cNvPr>
          <p:cNvPicPr>
            <a:picLocks noChangeAspect="1"/>
          </p:cNvPicPr>
          <p:nvPr userDrawn="1"/>
        </p:nvPicPr>
        <p:blipFill rotWithShape="1">
          <a:blip r:embed="rId3" cstate="email">
            <a:extLst>
              <a:ext uri="{28A0092B-C50C-407E-A947-70E740481C1C}">
                <a14:useLocalDpi xmlns:a14="http://schemas.microsoft.com/office/drawing/2010/main" val="0"/>
              </a:ext>
            </a:extLst>
          </a:blip>
          <a:srcRect/>
          <a:stretch/>
        </p:blipFill>
        <p:spPr>
          <a:xfrm>
            <a:off x="1" y="0"/>
            <a:ext cx="5056094" cy="2043954"/>
          </a:xfrm>
          <a:prstGeom prst="rect">
            <a:avLst/>
          </a:prstGeom>
        </p:spPr>
      </p:pic>
      <p:pic>
        <p:nvPicPr>
          <p:cNvPr id="10" name="Picture 9">
            <a:extLst>
              <a:ext uri="{FF2B5EF4-FFF2-40B4-BE49-F238E27FC236}">
                <a16:creationId xmlns:a16="http://schemas.microsoft.com/office/drawing/2014/main" id="{0D336D88-90B1-49F5-97C2-CB0835CDEBD3}"/>
              </a:ext>
            </a:extLst>
          </p:cNvPr>
          <p:cNvPicPr>
            <a:picLocks noChangeAspect="1"/>
          </p:cNvPicPr>
          <p:nvPr userDrawn="1"/>
        </p:nvPicPr>
        <p:blipFill rotWithShape="1">
          <a:blip r:embed="rId4" cstate="email">
            <a:extLst>
              <a:ext uri="{28A0092B-C50C-407E-A947-70E740481C1C}">
                <a14:useLocalDpi xmlns:a14="http://schemas.microsoft.com/office/drawing/2010/main" val="0"/>
              </a:ext>
            </a:extLst>
          </a:blip>
          <a:srcRect/>
          <a:stretch/>
        </p:blipFill>
        <p:spPr>
          <a:xfrm>
            <a:off x="0" y="4249271"/>
            <a:ext cx="12398188" cy="2608730"/>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6" name="Graphic 5">
            <a:extLst>
              <a:ext uri="{FF2B5EF4-FFF2-40B4-BE49-F238E27FC236}">
                <a16:creationId xmlns:a16="http://schemas.microsoft.com/office/drawing/2014/main" id="{AB27FEC6-1E81-C403-A119-53EB111A8B54}"/>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76237" y="379307"/>
            <a:ext cx="1674000" cy="460405"/>
          </a:xfrm>
          <a:prstGeom prst="rect">
            <a:avLst/>
          </a:prstGeom>
        </p:spPr>
      </p:pic>
    </p:spTree>
    <p:extLst>
      <p:ext uri="{BB962C8B-B14F-4D97-AF65-F5344CB8AC3E}">
        <p14:creationId xmlns:p14="http://schemas.microsoft.com/office/powerpoint/2010/main" val="29703972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6">
    <p:bg>
      <p:bgRef idx="1001">
        <a:schemeClr val="bg2"/>
      </p:bgRef>
    </p:bg>
    <p:spTree>
      <p:nvGrpSpPr>
        <p:cNvPr id="1" name=""/>
        <p:cNvGrpSpPr/>
        <p:nvPr/>
      </p:nvGrpSpPr>
      <p:grpSpPr>
        <a:xfrm>
          <a:off x="0" y="0"/>
          <a:ext cx="0" cy="0"/>
          <a:chOff x="0" y="0"/>
          <a:chExt cx="0" cy="0"/>
        </a:xfrm>
      </p:grpSpPr>
      <p:pic>
        <p:nvPicPr>
          <p:cNvPr id="9" name="Picture Placeholder 9">
            <a:extLst>
              <a:ext uri="{FF2B5EF4-FFF2-40B4-BE49-F238E27FC236}">
                <a16:creationId xmlns:a16="http://schemas.microsoft.com/office/drawing/2014/main" id="{595525F3-B20E-47FE-994C-B0F1E2C8E6D9}"/>
              </a:ext>
            </a:extLst>
          </p:cNvPr>
          <p:cNvPicPr>
            <a:picLocks noChangeAspect="1"/>
          </p:cNvPicPr>
          <p:nvPr userDrawn="1"/>
        </p:nvPicPr>
        <p:blipFill rotWithShape="1">
          <a:blip r:embed="rId2"/>
          <a:srcRect l="1" r="784" b="16287"/>
          <a:stretch/>
        </p:blipFill>
        <p:spPr>
          <a:xfrm>
            <a:off x="-1" y="-1"/>
            <a:ext cx="12192001" cy="6857999"/>
          </a:xfrm>
          <a:prstGeom prst="rect">
            <a:avLst/>
          </a:prstGeom>
        </p:spPr>
      </p:pic>
      <p:sp>
        <p:nvSpPr>
          <p:cNvPr id="4" name="Rectangle 3">
            <a:extLst>
              <a:ext uri="{FF2B5EF4-FFF2-40B4-BE49-F238E27FC236}">
                <a16:creationId xmlns:a16="http://schemas.microsoft.com/office/drawing/2014/main" id="{8E594726-EF7A-46CC-9462-CC3C9A2471D9}"/>
              </a:ext>
            </a:extLst>
          </p:cNvPr>
          <p:cNvSpPr/>
          <p:nvPr userDrawn="1"/>
        </p:nvSpPr>
        <p:spPr>
          <a:xfrm>
            <a:off x="0" y="0"/>
            <a:ext cx="10408023" cy="6858000"/>
          </a:xfrm>
          <a:prstGeom prst="rect">
            <a:avLst/>
          </a:prstGeom>
          <a:gradFill>
            <a:gsLst>
              <a:gs pos="0">
                <a:schemeClr val="bg1">
                  <a:alpha val="48000"/>
                </a:schemeClr>
              </a:gs>
              <a:gs pos="47000">
                <a:schemeClr val="bg1">
                  <a:alpha val="39000"/>
                </a:schemeClr>
              </a:gs>
              <a:gs pos="77000">
                <a:schemeClr val="bg1">
                  <a:alpha val="2300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pic>
        <p:nvPicPr>
          <p:cNvPr id="5" name="Picture 4">
            <a:extLst>
              <a:ext uri="{FF2B5EF4-FFF2-40B4-BE49-F238E27FC236}">
                <a16:creationId xmlns:a16="http://schemas.microsoft.com/office/drawing/2014/main" id="{71750BA9-5658-45F2-8C4E-C42F128C018F}"/>
              </a:ext>
            </a:extLst>
          </p:cNvPr>
          <p:cNvPicPr>
            <a:picLocks noChangeAspect="1"/>
          </p:cNvPicPr>
          <p:nvPr userDrawn="1"/>
        </p:nvPicPr>
        <p:blipFill rotWithShape="1">
          <a:blip r:embed="rId3" cstate="email">
            <a:extLst>
              <a:ext uri="{28A0092B-C50C-407E-A947-70E740481C1C}">
                <a14:useLocalDpi xmlns:a14="http://schemas.microsoft.com/office/drawing/2010/main" val="0"/>
              </a:ext>
            </a:extLst>
          </a:blip>
          <a:srcRect/>
          <a:stretch/>
        </p:blipFill>
        <p:spPr>
          <a:xfrm>
            <a:off x="1" y="0"/>
            <a:ext cx="5056094" cy="2043954"/>
          </a:xfrm>
          <a:prstGeom prst="rect">
            <a:avLst/>
          </a:prstGeom>
        </p:spPr>
      </p:pic>
      <p:pic>
        <p:nvPicPr>
          <p:cNvPr id="10" name="Picture 9">
            <a:extLst>
              <a:ext uri="{FF2B5EF4-FFF2-40B4-BE49-F238E27FC236}">
                <a16:creationId xmlns:a16="http://schemas.microsoft.com/office/drawing/2014/main" id="{0D336D88-90B1-49F5-97C2-CB0835CDEBD3}"/>
              </a:ext>
            </a:extLst>
          </p:cNvPr>
          <p:cNvPicPr>
            <a:picLocks noChangeAspect="1"/>
          </p:cNvPicPr>
          <p:nvPr userDrawn="1"/>
        </p:nvPicPr>
        <p:blipFill rotWithShape="1">
          <a:blip r:embed="rId4" cstate="email">
            <a:extLst>
              <a:ext uri="{28A0092B-C50C-407E-A947-70E740481C1C}">
                <a14:useLocalDpi xmlns:a14="http://schemas.microsoft.com/office/drawing/2010/main" val="0"/>
              </a:ext>
            </a:extLst>
          </a:blip>
          <a:srcRect/>
          <a:stretch/>
        </p:blipFill>
        <p:spPr>
          <a:xfrm>
            <a:off x="0" y="4249271"/>
            <a:ext cx="12398188" cy="2608730"/>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6" name="Graphic 5">
            <a:extLst>
              <a:ext uri="{FF2B5EF4-FFF2-40B4-BE49-F238E27FC236}">
                <a16:creationId xmlns:a16="http://schemas.microsoft.com/office/drawing/2014/main" id="{257FE895-A680-9936-6C29-4FF2721AF03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76237" y="379307"/>
            <a:ext cx="1674000" cy="460405"/>
          </a:xfrm>
          <a:prstGeom prst="rect">
            <a:avLst/>
          </a:prstGeom>
        </p:spPr>
      </p:pic>
    </p:spTree>
    <p:extLst>
      <p:ext uri="{BB962C8B-B14F-4D97-AF65-F5344CB8AC3E}">
        <p14:creationId xmlns:p14="http://schemas.microsoft.com/office/powerpoint/2010/main" val="15246210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7">
    <p:bg>
      <p:bgRef idx="1001">
        <a:schemeClr val="bg2"/>
      </p:bgRef>
    </p:bg>
    <p:spTree>
      <p:nvGrpSpPr>
        <p:cNvPr id="1" name=""/>
        <p:cNvGrpSpPr/>
        <p:nvPr/>
      </p:nvGrpSpPr>
      <p:grpSpPr>
        <a:xfrm>
          <a:off x="0" y="0"/>
          <a:ext cx="0" cy="0"/>
          <a:chOff x="0" y="0"/>
          <a:chExt cx="0" cy="0"/>
        </a:xfrm>
      </p:grpSpPr>
      <p:pic>
        <p:nvPicPr>
          <p:cNvPr id="11" name="Picture Placeholder 8">
            <a:extLst>
              <a:ext uri="{FF2B5EF4-FFF2-40B4-BE49-F238E27FC236}">
                <a16:creationId xmlns:a16="http://schemas.microsoft.com/office/drawing/2014/main" id="{AD12AD4A-8792-4063-A48C-613E092B8F83}"/>
              </a:ext>
            </a:extLst>
          </p:cNvPr>
          <p:cNvPicPr>
            <a:picLocks noChangeAspect="1"/>
          </p:cNvPicPr>
          <p:nvPr userDrawn="1"/>
        </p:nvPicPr>
        <p:blipFill rotWithShape="1">
          <a:blip r:embed="rId2"/>
          <a:srcRect t="7813" b="7813"/>
          <a:stretch/>
        </p:blipFill>
        <p:spPr>
          <a:xfrm>
            <a:off x="1" y="-1"/>
            <a:ext cx="12191998" cy="6858002"/>
          </a:xfrm>
          <a:prstGeom prst="rect">
            <a:avLst/>
          </a:prstGeom>
        </p:spPr>
      </p:pic>
      <p:sp>
        <p:nvSpPr>
          <p:cNvPr id="4" name="Rectangle 3">
            <a:extLst>
              <a:ext uri="{FF2B5EF4-FFF2-40B4-BE49-F238E27FC236}">
                <a16:creationId xmlns:a16="http://schemas.microsoft.com/office/drawing/2014/main" id="{8E594726-EF7A-46CC-9462-CC3C9A2471D9}"/>
              </a:ext>
            </a:extLst>
          </p:cNvPr>
          <p:cNvSpPr/>
          <p:nvPr userDrawn="1"/>
        </p:nvSpPr>
        <p:spPr>
          <a:xfrm>
            <a:off x="0" y="0"/>
            <a:ext cx="10408023" cy="6858000"/>
          </a:xfrm>
          <a:prstGeom prst="rect">
            <a:avLst/>
          </a:prstGeom>
          <a:gradFill>
            <a:gsLst>
              <a:gs pos="0">
                <a:schemeClr val="bg1">
                  <a:alpha val="27000"/>
                </a:schemeClr>
              </a:gs>
              <a:gs pos="47000">
                <a:schemeClr val="bg1">
                  <a:alpha val="39000"/>
                </a:schemeClr>
              </a:gs>
              <a:gs pos="77000">
                <a:schemeClr val="bg1">
                  <a:alpha val="23000"/>
                </a:schemeClr>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pic>
        <p:nvPicPr>
          <p:cNvPr id="5" name="Picture 4">
            <a:extLst>
              <a:ext uri="{FF2B5EF4-FFF2-40B4-BE49-F238E27FC236}">
                <a16:creationId xmlns:a16="http://schemas.microsoft.com/office/drawing/2014/main" id="{71750BA9-5658-45F2-8C4E-C42F128C018F}"/>
              </a:ext>
            </a:extLst>
          </p:cNvPr>
          <p:cNvPicPr>
            <a:picLocks noChangeAspect="1"/>
          </p:cNvPicPr>
          <p:nvPr userDrawn="1"/>
        </p:nvPicPr>
        <p:blipFill rotWithShape="1">
          <a:blip r:embed="rId3" cstate="email">
            <a:extLst>
              <a:ext uri="{28A0092B-C50C-407E-A947-70E740481C1C}">
                <a14:useLocalDpi xmlns:a14="http://schemas.microsoft.com/office/drawing/2010/main" val="0"/>
              </a:ext>
            </a:extLst>
          </a:blip>
          <a:srcRect/>
          <a:stretch/>
        </p:blipFill>
        <p:spPr>
          <a:xfrm>
            <a:off x="1" y="0"/>
            <a:ext cx="5056094" cy="2043954"/>
          </a:xfrm>
          <a:prstGeom prst="rect">
            <a:avLst/>
          </a:prstGeom>
        </p:spPr>
      </p:pic>
      <p:pic>
        <p:nvPicPr>
          <p:cNvPr id="10" name="Picture 9">
            <a:extLst>
              <a:ext uri="{FF2B5EF4-FFF2-40B4-BE49-F238E27FC236}">
                <a16:creationId xmlns:a16="http://schemas.microsoft.com/office/drawing/2014/main" id="{0D336D88-90B1-49F5-97C2-CB0835CDEBD3}"/>
              </a:ext>
            </a:extLst>
          </p:cNvPr>
          <p:cNvPicPr>
            <a:picLocks noChangeAspect="1"/>
          </p:cNvPicPr>
          <p:nvPr userDrawn="1"/>
        </p:nvPicPr>
        <p:blipFill rotWithShape="1">
          <a:blip r:embed="rId4" cstate="email">
            <a:extLst>
              <a:ext uri="{28A0092B-C50C-407E-A947-70E740481C1C}">
                <a14:useLocalDpi xmlns:a14="http://schemas.microsoft.com/office/drawing/2010/main" val="0"/>
              </a:ext>
            </a:extLst>
          </a:blip>
          <a:srcRect/>
          <a:stretch/>
        </p:blipFill>
        <p:spPr>
          <a:xfrm>
            <a:off x="0" y="3294529"/>
            <a:ext cx="12398188" cy="3563472"/>
          </a:xfrm>
          <a:prstGeom prst="rect">
            <a:avLst/>
          </a:prstGeom>
        </p:spPr>
      </p:pic>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pic>
        <p:nvPicPr>
          <p:cNvPr id="6" name="Graphic 5">
            <a:extLst>
              <a:ext uri="{FF2B5EF4-FFF2-40B4-BE49-F238E27FC236}">
                <a16:creationId xmlns:a16="http://schemas.microsoft.com/office/drawing/2014/main" id="{17DC83D3-5035-57A9-0573-6EB4F16ED45E}"/>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76237" y="379307"/>
            <a:ext cx="1674000" cy="460405"/>
          </a:xfrm>
          <a:prstGeom prst="rect">
            <a:avLst/>
          </a:prstGeom>
        </p:spPr>
      </p:pic>
    </p:spTree>
    <p:extLst>
      <p:ext uri="{BB962C8B-B14F-4D97-AF65-F5344CB8AC3E}">
        <p14:creationId xmlns:p14="http://schemas.microsoft.com/office/powerpoint/2010/main" val="18444061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Custom photo">
    <p:bg>
      <p:bgRef idx="1001">
        <a:schemeClr val="bg2"/>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E1F95C96-CFA1-4028-BF6F-A09F966BE2CB}"/>
              </a:ext>
            </a:extLst>
          </p:cNvPr>
          <p:cNvSpPr>
            <a:spLocks noGrp="1"/>
          </p:cNvSpPr>
          <p:nvPr>
            <p:ph type="pic" sz="quarter" idx="11"/>
          </p:nvPr>
        </p:nvSpPr>
        <p:spPr>
          <a:xfrm>
            <a:off x="0" y="0"/>
            <a:ext cx="12192000" cy="6858000"/>
          </a:xfrm>
          <a:prstGeom prst="rect">
            <a:avLst/>
          </a:prstGeom>
          <a:solidFill>
            <a:schemeClr val="accent1"/>
          </a:solidFill>
        </p:spPr>
        <p:txBody>
          <a:bodyPr tIns="468000" anchor="ctr" anchorCtr="0"/>
          <a:lstStyle>
            <a:lvl1pPr marL="0" indent="0" algn="ctr">
              <a:buFontTx/>
              <a:buNone/>
              <a:defRPr>
                <a:solidFill>
                  <a:schemeClr val="tx1"/>
                </a:solidFill>
              </a:defRPr>
            </a:lvl1pPr>
          </a:lstStyle>
          <a:p>
            <a:r>
              <a:rPr lang="it-IT"/>
              <a:t>Fare clic sull'icona per inserire un'immagine</a:t>
            </a:r>
            <a:endParaRPr lang="en-GB" dirty="0"/>
          </a:p>
        </p:txBody>
      </p:sp>
      <p:sp>
        <p:nvSpPr>
          <p:cNvPr id="2" name="Title 1"/>
          <p:cNvSpPr>
            <a:spLocks noGrp="1"/>
          </p:cNvSpPr>
          <p:nvPr>
            <p:ph type="ctrTitle" hasCustomPrompt="1"/>
          </p:nvPr>
        </p:nvSpPr>
        <p:spPr>
          <a:xfrm>
            <a:off x="371475" y="4748122"/>
            <a:ext cx="5722143" cy="1080000"/>
          </a:xfrm>
        </p:spPr>
        <p:txBody>
          <a:bodyPr wrap="square" anchor="b">
            <a:noAutofit/>
          </a:bodyPr>
          <a:lstStyle>
            <a:lvl1pPr algn="l">
              <a:defRPr sz="3000"/>
            </a:lvl1pPr>
          </a:lstStyle>
          <a:p>
            <a:r>
              <a:rPr lang="en-US" dirty="0"/>
              <a:t>Presentation Name</a:t>
            </a:r>
            <a:endParaRPr lang="en-GB" dirty="0"/>
          </a:p>
        </p:txBody>
      </p:sp>
      <p:sp>
        <p:nvSpPr>
          <p:cNvPr id="3" name="Subtitle 2"/>
          <p:cNvSpPr>
            <a:spLocks noGrp="1"/>
          </p:cNvSpPr>
          <p:nvPr>
            <p:ph type="subTitle" idx="1" hasCustomPrompt="1"/>
          </p:nvPr>
        </p:nvSpPr>
        <p:spPr>
          <a:xfrm>
            <a:off x="373857" y="5852562"/>
            <a:ext cx="5722143" cy="318549"/>
          </a:xfrm>
          <a:prstGeom prst="rect">
            <a:avLst/>
          </a:prstGeom>
        </p:spPr>
        <p:txBody>
          <a:bodyPr wrap="square">
            <a:noAutofit/>
          </a:bodyPr>
          <a:lstStyle>
            <a:lvl1pPr marL="0" indent="0" algn="l">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Speaker Name</a:t>
            </a:r>
            <a:endParaRPr lang="en-GB" dirty="0"/>
          </a:p>
        </p:txBody>
      </p:sp>
      <p:sp>
        <p:nvSpPr>
          <p:cNvPr id="5" name="Text Placeholder 4">
            <a:extLst>
              <a:ext uri="{FF2B5EF4-FFF2-40B4-BE49-F238E27FC236}">
                <a16:creationId xmlns:a16="http://schemas.microsoft.com/office/drawing/2014/main" id="{BC0188C7-3DD4-434B-A140-1A947B547C99}"/>
              </a:ext>
            </a:extLst>
          </p:cNvPr>
          <p:cNvSpPr>
            <a:spLocks noGrp="1"/>
          </p:cNvSpPr>
          <p:nvPr>
            <p:ph type="body" sz="quarter" idx="13" hasCustomPrompt="1"/>
          </p:nvPr>
        </p:nvSpPr>
        <p:spPr>
          <a:xfrm>
            <a:off x="376238" y="379307"/>
            <a:ext cx="1674000" cy="460800"/>
          </a:xfrm>
          <a:blipFill dpi="0"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p:spPr>
        <p:txBody>
          <a:bodyPr>
            <a:normAutofit/>
          </a:bodyPr>
          <a:lstStyle>
            <a:lvl1pPr marL="0" indent="0">
              <a:buFontTx/>
              <a:buNone/>
              <a:defRPr sz="100"/>
            </a:lvl1pPr>
          </a:lstStyle>
          <a:p>
            <a:pPr lvl="0"/>
            <a:r>
              <a:rPr lang="en-US" dirty="0"/>
              <a:t> </a:t>
            </a:r>
            <a:endParaRPr lang="en-GB" dirty="0"/>
          </a:p>
        </p:txBody>
      </p:sp>
    </p:spTree>
    <p:extLst>
      <p:ext uri="{BB962C8B-B14F-4D97-AF65-F5344CB8AC3E}">
        <p14:creationId xmlns:p14="http://schemas.microsoft.com/office/powerpoint/2010/main" val="14511544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1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Agenda">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71475" y="554038"/>
            <a:ext cx="5724525" cy="1808161"/>
          </a:xfrm>
        </p:spPr>
        <p:txBody>
          <a:bodyPr anchor="b" anchorCtr="0"/>
          <a:lstStyle>
            <a:lvl1pPr>
              <a:defRPr sz="4400"/>
            </a:lvl1pPr>
          </a:lstStyle>
          <a:p>
            <a:r>
              <a:rPr lang="en-GB" dirty="0"/>
              <a:t>Agenda</a:t>
            </a:r>
          </a:p>
        </p:txBody>
      </p:sp>
      <p:sp>
        <p:nvSpPr>
          <p:cNvPr id="3" name="Text Placeholder 2"/>
          <p:cNvSpPr>
            <a:spLocks noGrp="1"/>
          </p:cNvSpPr>
          <p:nvPr>
            <p:ph type="body" idx="1"/>
          </p:nvPr>
        </p:nvSpPr>
        <p:spPr>
          <a:xfrm>
            <a:off x="400050" y="2947916"/>
            <a:ext cx="5695950" cy="3517971"/>
          </a:xfrm>
          <a:prstGeom prst="rect">
            <a:avLst/>
          </a:prstGeom>
        </p:spPr>
        <p:txBody>
          <a:bodyPr anchor="t" anchorCtr="0"/>
          <a:lstStyle>
            <a:lvl1pPr marL="268288" indent="-268288">
              <a:spcBef>
                <a:spcPts val="900"/>
              </a:spcBef>
              <a:buFont typeface="Arial" panose="020B0604020202020204" pitchFamily="34" charset="0"/>
              <a:buChar char="•"/>
              <a:defRPr sz="2400">
                <a:solidFill>
                  <a:schemeClr val="tx1">
                    <a:tint val="75000"/>
                  </a:schemeClr>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059614318"/>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15" name="Slide Number Placeholder 14">
            <a:extLst>
              <a:ext uri="{FF2B5EF4-FFF2-40B4-BE49-F238E27FC236}">
                <a16:creationId xmlns:a16="http://schemas.microsoft.com/office/drawing/2014/main" id="{C9234F41-2CA5-41D1-A3AA-05862C5C909A}"/>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3" name="Footer Placeholder 2">
            <a:extLst>
              <a:ext uri="{FF2B5EF4-FFF2-40B4-BE49-F238E27FC236}">
                <a16:creationId xmlns:a16="http://schemas.microsoft.com/office/drawing/2014/main" id="{26CA933F-2B9D-485E-A18A-B95FC5481E62}"/>
              </a:ext>
            </a:extLst>
          </p:cNvPr>
          <p:cNvSpPr>
            <a:spLocks noGrp="1"/>
          </p:cNvSpPr>
          <p:nvPr>
            <p:ph type="ftr" sz="quarter" idx="14"/>
          </p:nvPr>
        </p:nvSpPr>
        <p:spPr/>
        <p:txBody>
          <a:bodyPr/>
          <a:lstStyle/>
          <a:p>
            <a:endParaRPr lang="en-GB" dirty="0"/>
          </a:p>
        </p:txBody>
      </p:sp>
      <p:sp>
        <p:nvSpPr>
          <p:cNvPr id="5" name="Text Placeholder 4">
            <a:extLst>
              <a:ext uri="{FF2B5EF4-FFF2-40B4-BE49-F238E27FC236}">
                <a16:creationId xmlns:a16="http://schemas.microsoft.com/office/drawing/2014/main" id="{2D88BA93-6072-48C4-9BB9-A7D11A8534A1}"/>
              </a:ext>
            </a:extLst>
          </p:cNvPr>
          <p:cNvSpPr>
            <a:spLocks noGrp="1"/>
          </p:cNvSpPr>
          <p:nvPr>
            <p:ph type="body" sz="quarter" idx="15"/>
          </p:nvPr>
        </p:nvSpPr>
        <p:spPr>
          <a:xfrm>
            <a:off x="371475" y="1333500"/>
            <a:ext cx="11449050" cy="51323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4" name="Title 3">
            <a:extLst>
              <a:ext uri="{FF2B5EF4-FFF2-40B4-BE49-F238E27FC236}">
                <a16:creationId xmlns:a16="http://schemas.microsoft.com/office/drawing/2014/main" id="{4A320EC7-6A79-42F8-9449-3E877340DDAF}"/>
              </a:ext>
            </a:extLst>
          </p:cNvPr>
          <p:cNvSpPr>
            <a:spLocks noGrp="1"/>
          </p:cNvSpPr>
          <p:nvPr>
            <p:ph type="title"/>
          </p:nvPr>
        </p:nvSpPr>
        <p:spPr/>
        <p:txBody>
          <a:bodyPr/>
          <a:lstStyle/>
          <a:p>
            <a:r>
              <a:rPr lang="it-IT"/>
              <a:t>Fare clic per modificare lo stile del titolo dello schema</a:t>
            </a:r>
            <a:endParaRPr lang="en-GB"/>
          </a:p>
        </p:txBody>
      </p:sp>
    </p:spTree>
    <p:extLst>
      <p:ext uri="{BB962C8B-B14F-4D97-AF65-F5344CB8AC3E}">
        <p14:creationId xmlns:p14="http://schemas.microsoft.com/office/powerpoint/2010/main" val="11651465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6E8A374-0332-4ADD-9BD9-140C539CCA2A}"/>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15" name="Slide Number Placeholder 14">
            <a:extLst>
              <a:ext uri="{FF2B5EF4-FFF2-40B4-BE49-F238E27FC236}">
                <a16:creationId xmlns:a16="http://schemas.microsoft.com/office/drawing/2014/main" id="{C9234F41-2CA5-41D1-A3AA-05862C5C909A}"/>
              </a:ext>
            </a:extLst>
          </p:cNvPr>
          <p:cNvSpPr>
            <a:spLocks noGrp="1"/>
          </p:cNvSpPr>
          <p:nvPr>
            <p:ph type="sldNum" sz="quarter" idx="13"/>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Footer Placeholder 2">
            <a:extLst>
              <a:ext uri="{FF2B5EF4-FFF2-40B4-BE49-F238E27FC236}">
                <a16:creationId xmlns:a16="http://schemas.microsoft.com/office/drawing/2014/main" id="{26CA933F-2B9D-485E-A18A-B95FC5481E62}"/>
              </a:ext>
            </a:extLst>
          </p:cNvPr>
          <p:cNvSpPr>
            <a:spLocks noGrp="1"/>
          </p:cNvSpPr>
          <p:nvPr>
            <p:ph type="ftr" sz="quarter" idx="14"/>
          </p:nvPr>
        </p:nvSpPr>
        <p:spPr/>
        <p:txBody>
          <a:bodyPr/>
          <a:lstStyle>
            <a:lvl1pPr>
              <a:defRPr>
                <a:solidFill>
                  <a:schemeClr val="bg1"/>
                </a:solidFill>
              </a:defRPr>
            </a:lvl1pPr>
          </a:lstStyle>
          <a:p>
            <a:endParaRPr lang="en-GB" dirty="0"/>
          </a:p>
        </p:txBody>
      </p:sp>
      <p:sp>
        <p:nvSpPr>
          <p:cNvPr id="8" name="Freeform 5">
            <a:extLst>
              <a:ext uri="{FF2B5EF4-FFF2-40B4-BE49-F238E27FC236}">
                <a16:creationId xmlns:a16="http://schemas.microsoft.com/office/drawing/2014/main" id="{75F8C091-CB3B-436D-AC6F-7E40A4107791}"/>
              </a:ext>
            </a:extLst>
          </p:cNvPr>
          <p:cNvSpPr>
            <a:spLocks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5">
            <a:extLst>
              <a:ext uri="{FF2B5EF4-FFF2-40B4-BE49-F238E27FC236}">
                <a16:creationId xmlns:a16="http://schemas.microsoft.com/office/drawing/2014/main" id="{053DDDC4-9516-4914-8E85-C3BA04479552}"/>
              </a:ext>
            </a:extLst>
          </p:cNvPr>
          <p:cNvSpPr>
            <a:spLocks noGrp="1"/>
          </p:cNvSpPr>
          <p:nvPr>
            <p:ph type="body" sz="quarter" idx="15"/>
          </p:nvPr>
        </p:nvSpPr>
        <p:spPr>
          <a:xfrm>
            <a:off x="371475" y="1333500"/>
            <a:ext cx="11436350" cy="51323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5" name="Title 4">
            <a:extLst>
              <a:ext uri="{FF2B5EF4-FFF2-40B4-BE49-F238E27FC236}">
                <a16:creationId xmlns:a16="http://schemas.microsoft.com/office/drawing/2014/main" id="{A5483DCB-2F04-4C13-92DD-ACDD2D3020EF}"/>
              </a:ext>
            </a:extLst>
          </p:cNvPr>
          <p:cNvSpPr>
            <a:spLocks noGrp="1"/>
          </p:cNvSpPr>
          <p:nvPr>
            <p:ph type="title"/>
          </p:nvPr>
        </p:nvSpPr>
        <p:spPr/>
        <p:txBody>
          <a:bodyPr/>
          <a:lstStyle>
            <a:lvl1pPr>
              <a:defRPr>
                <a:solidFill>
                  <a:schemeClr val="bg1"/>
                </a:solidFill>
              </a:defRPr>
            </a:lvl1pPr>
          </a:lstStyle>
          <a:p>
            <a:r>
              <a:rPr lang="it-IT"/>
              <a:t>Fare clic per modificare lo stile del titolo dello schema</a:t>
            </a:r>
            <a:endParaRPr lang="en-GB" dirty="0"/>
          </a:p>
        </p:txBody>
      </p:sp>
    </p:spTree>
    <p:extLst>
      <p:ext uri="{BB962C8B-B14F-4D97-AF65-F5344CB8AC3E}">
        <p14:creationId xmlns:p14="http://schemas.microsoft.com/office/powerpoint/2010/main" val="7756712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9" name="Slide Number Placeholder 8">
            <a:extLst>
              <a:ext uri="{FF2B5EF4-FFF2-40B4-BE49-F238E27FC236}">
                <a16:creationId xmlns:a16="http://schemas.microsoft.com/office/drawing/2014/main" id="{8548D267-FBFF-4AD0-BA08-F5EE91AFB0DF}"/>
              </a:ext>
            </a:extLst>
          </p:cNvPr>
          <p:cNvSpPr>
            <a:spLocks noGrp="1"/>
          </p:cNvSpPr>
          <p:nvPr>
            <p:ph type="sldNum" sz="quarter" idx="14"/>
          </p:nvPr>
        </p:nvSpPr>
        <p:spPr/>
        <p:txBody>
          <a:bodyPr/>
          <a:lstStyle/>
          <a:p>
            <a:fld id="{09471650-AE8C-4F0A-9990-7EAE6F8DE484}" type="slidenum">
              <a:rPr lang="en-GB" smtClean="0"/>
              <a:pPr/>
              <a:t>‹#›</a:t>
            </a:fld>
            <a:endParaRPr lang="en-GB" dirty="0"/>
          </a:p>
        </p:txBody>
      </p:sp>
      <p:sp>
        <p:nvSpPr>
          <p:cNvPr id="5" name="Footer Placeholder 4">
            <a:extLst>
              <a:ext uri="{FF2B5EF4-FFF2-40B4-BE49-F238E27FC236}">
                <a16:creationId xmlns:a16="http://schemas.microsoft.com/office/drawing/2014/main" id="{0330FFD3-61B9-4B15-8B7F-0FAE7F799A71}"/>
              </a:ext>
            </a:extLst>
          </p:cNvPr>
          <p:cNvSpPr>
            <a:spLocks noGrp="1"/>
          </p:cNvSpPr>
          <p:nvPr>
            <p:ph type="ftr" sz="quarter" idx="16"/>
          </p:nvPr>
        </p:nvSpPr>
        <p:spPr/>
        <p:txBody>
          <a:bodyPr/>
          <a:lstStyle/>
          <a:p>
            <a:endParaRPr lang="en-GB" dirty="0"/>
          </a:p>
        </p:txBody>
      </p:sp>
      <p:sp>
        <p:nvSpPr>
          <p:cNvPr id="8" name="Text Placeholder 7">
            <a:extLst>
              <a:ext uri="{FF2B5EF4-FFF2-40B4-BE49-F238E27FC236}">
                <a16:creationId xmlns:a16="http://schemas.microsoft.com/office/drawing/2014/main" id="{9BCAB953-E302-4DC8-8A0D-6491A5B4EBE8}"/>
              </a:ext>
            </a:extLst>
          </p:cNvPr>
          <p:cNvSpPr>
            <a:spLocks noGrp="1"/>
          </p:cNvSpPr>
          <p:nvPr>
            <p:ph type="body" sz="quarter" idx="17"/>
          </p:nvPr>
        </p:nvSpPr>
        <p:spPr>
          <a:xfrm>
            <a:off x="371475" y="1333500"/>
            <a:ext cx="5341938" cy="51323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14" name="Text Placeholder 7">
            <a:extLst>
              <a:ext uri="{FF2B5EF4-FFF2-40B4-BE49-F238E27FC236}">
                <a16:creationId xmlns:a16="http://schemas.microsoft.com/office/drawing/2014/main" id="{E53CF106-BD0A-4C3A-BE50-808C5A110E74}"/>
              </a:ext>
            </a:extLst>
          </p:cNvPr>
          <p:cNvSpPr>
            <a:spLocks noGrp="1"/>
          </p:cNvSpPr>
          <p:nvPr>
            <p:ph type="body" sz="quarter" idx="18"/>
          </p:nvPr>
        </p:nvSpPr>
        <p:spPr>
          <a:xfrm>
            <a:off x="6478589" y="1333500"/>
            <a:ext cx="5341938" cy="51323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3" name="Title 2">
            <a:extLst>
              <a:ext uri="{FF2B5EF4-FFF2-40B4-BE49-F238E27FC236}">
                <a16:creationId xmlns:a16="http://schemas.microsoft.com/office/drawing/2014/main" id="{D58F25AB-1120-4CCC-B7D0-072F33E07F58}"/>
              </a:ext>
            </a:extLst>
          </p:cNvPr>
          <p:cNvSpPr>
            <a:spLocks noGrp="1"/>
          </p:cNvSpPr>
          <p:nvPr>
            <p:ph type="title"/>
          </p:nvPr>
        </p:nvSpPr>
        <p:spPr/>
        <p:txBody>
          <a:bodyPr/>
          <a:lstStyle/>
          <a:p>
            <a:r>
              <a:rPr lang="it-IT"/>
              <a:t>Fare clic per modificare lo stile del titolo dello schema</a:t>
            </a:r>
            <a:endParaRPr lang="en-GB"/>
          </a:p>
        </p:txBody>
      </p:sp>
    </p:spTree>
    <p:extLst>
      <p:ext uri="{BB962C8B-B14F-4D97-AF65-F5344CB8AC3E}">
        <p14:creationId xmlns:p14="http://schemas.microsoft.com/office/powerpoint/2010/main" val="37309100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Half Image">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4" name="Picture Placeholder 3">
            <a:extLst>
              <a:ext uri="{FF2B5EF4-FFF2-40B4-BE49-F238E27FC236}">
                <a16:creationId xmlns:a16="http://schemas.microsoft.com/office/drawing/2014/main" id="{B5F99270-205C-4E90-B33D-7AF4614C7257}"/>
              </a:ext>
            </a:extLst>
          </p:cNvPr>
          <p:cNvSpPr>
            <a:spLocks noGrp="1"/>
          </p:cNvSpPr>
          <p:nvPr>
            <p:ph type="pic" sz="quarter" idx="11"/>
          </p:nvPr>
        </p:nvSpPr>
        <p:spPr>
          <a:xfrm>
            <a:off x="6096000" y="1333500"/>
            <a:ext cx="5724525" cy="5132388"/>
          </a:xfrm>
          <a:prstGeom prst="rect">
            <a:avLst/>
          </a:prstGeom>
          <a:solidFill>
            <a:schemeClr val="bg1">
              <a:lumMod val="85000"/>
            </a:schemeClr>
          </a:solidFill>
        </p:spPr>
        <p:txBody>
          <a:bodyPr tIns="468000" rIns="0" anchor="ctr" anchorCtr="0"/>
          <a:lstStyle>
            <a:lvl1pPr marL="0" indent="0" algn="ctr">
              <a:buFontTx/>
              <a:buNone/>
              <a:defRPr/>
            </a:lvl1pPr>
          </a:lstStyle>
          <a:p>
            <a:r>
              <a:rPr lang="it-IT"/>
              <a:t>Fare clic sull'icona per inserire un'immagine</a:t>
            </a:r>
            <a:endParaRPr lang="en-GB" dirty="0"/>
          </a:p>
        </p:txBody>
      </p:sp>
      <p:sp>
        <p:nvSpPr>
          <p:cNvPr id="3" name="Footer Placeholder 2">
            <a:extLst>
              <a:ext uri="{FF2B5EF4-FFF2-40B4-BE49-F238E27FC236}">
                <a16:creationId xmlns:a16="http://schemas.microsoft.com/office/drawing/2014/main" id="{86D627E1-BC7E-4063-B040-190A4AE58A73}"/>
              </a:ext>
            </a:extLst>
          </p:cNvPr>
          <p:cNvSpPr>
            <a:spLocks noGrp="1"/>
          </p:cNvSpPr>
          <p:nvPr>
            <p:ph type="ftr" sz="quarter" idx="12"/>
          </p:nvPr>
        </p:nvSpPr>
        <p:spPr/>
        <p:txBody>
          <a:bodyPr/>
          <a:lstStyle/>
          <a:p>
            <a:endParaRPr lang="en-GB" dirty="0"/>
          </a:p>
        </p:txBody>
      </p:sp>
      <p:sp>
        <p:nvSpPr>
          <p:cNvPr id="5" name="Slide Number Placeholder 4">
            <a:extLst>
              <a:ext uri="{FF2B5EF4-FFF2-40B4-BE49-F238E27FC236}">
                <a16:creationId xmlns:a16="http://schemas.microsoft.com/office/drawing/2014/main" id="{0272F699-CBDD-4FE2-836F-A7F40CA9F10E}"/>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12" name="Text Placeholder 7">
            <a:extLst>
              <a:ext uri="{FF2B5EF4-FFF2-40B4-BE49-F238E27FC236}">
                <a16:creationId xmlns:a16="http://schemas.microsoft.com/office/drawing/2014/main" id="{99CC8F7F-99D0-4D2B-93CB-F026FA291147}"/>
              </a:ext>
            </a:extLst>
          </p:cNvPr>
          <p:cNvSpPr>
            <a:spLocks noGrp="1"/>
          </p:cNvSpPr>
          <p:nvPr>
            <p:ph type="body" sz="quarter" idx="17"/>
          </p:nvPr>
        </p:nvSpPr>
        <p:spPr>
          <a:xfrm>
            <a:off x="371475" y="1333500"/>
            <a:ext cx="5341938" cy="51323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6" name="Title 5">
            <a:extLst>
              <a:ext uri="{FF2B5EF4-FFF2-40B4-BE49-F238E27FC236}">
                <a16:creationId xmlns:a16="http://schemas.microsoft.com/office/drawing/2014/main" id="{2F63069D-25B0-44BE-84EA-7E4A96AC4F5A}"/>
              </a:ext>
            </a:extLst>
          </p:cNvPr>
          <p:cNvSpPr>
            <a:spLocks noGrp="1"/>
          </p:cNvSpPr>
          <p:nvPr>
            <p:ph type="title"/>
          </p:nvPr>
        </p:nvSpPr>
        <p:spPr/>
        <p:txBody>
          <a:bodyPr/>
          <a:lstStyle/>
          <a:p>
            <a:r>
              <a:rPr lang="it-IT"/>
              <a:t>Fare clic per modificare lo stile del titolo dello schema</a:t>
            </a:r>
            <a:endParaRPr lang="en-GB"/>
          </a:p>
        </p:txBody>
      </p:sp>
    </p:spTree>
    <p:extLst>
      <p:ext uri="{BB962C8B-B14F-4D97-AF65-F5344CB8AC3E}">
        <p14:creationId xmlns:p14="http://schemas.microsoft.com/office/powerpoint/2010/main" val="2677250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3/4 Image">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6" name="Picture Placeholder 7">
            <a:extLst>
              <a:ext uri="{FF2B5EF4-FFF2-40B4-BE49-F238E27FC236}">
                <a16:creationId xmlns:a16="http://schemas.microsoft.com/office/drawing/2014/main" id="{CE60E313-6764-45F4-8E53-5C86A750FD0C}"/>
              </a:ext>
            </a:extLst>
          </p:cNvPr>
          <p:cNvSpPr>
            <a:spLocks noGrp="1"/>
          </p:cNvSpPr>
          <p:nvPr>
            <p:ph type="pic" sz="quarter" idx="11"/>
          </p:nvPr>
        </p:nvSpPr>
        <p:spPr>
          <a:xfrm>
            <a:off x="3429000" y="1333500"/>
            <a:ext cx="8391525" cy="5132388"/>
          </a:xfrm>
          <a:prstGeom prst="rect">
            <a:avLst/>
          </a:prstGeom>
          <a:solidFill>
            <a:schemeClr val="bg1">
              <a:lumMod val="85000"/>
            </a:schemeClr>
          </a:solidFill>
        </p:spPr>
        <p:txBody>
          <a:bodyPr tIns="468000" rIns="0" anchor="ctr" anchorCtr="0"/>
          <a:lstStyle>
            <a:lvl1pPr marL="0" indent="0" algn="ctr">
              <a:buFontTx/>
              <a:buNone/>
              <a:defRPr/>
            </a:lvl1pPr>
          </a:lstStyle>
          <a:p>
            <a:r>
              <a:rPr lang="it-IT"/>
              <a:t>Fare clic sull'icona per inserire un'immagine</a:t>
            </a:r>
            <a:endParaRPr lang="en-GB" dirty="0"/>
          </a:p>
        </p:txBody>
      </p:sp>
      <p:sp>
        <p:nvSpPr>
          <p:cNvPr id="4" name="Footer Placeholder 3">
            <a:extLst>
              <a:ext uri="{FF2B5EF4-FFF2-40B4-BE49-F238E27FC236}">
                <a16:creationId xmlns:a16="http://schemas.microsoft.com/office/drawing/2014/main" id="{18C4C6F1-2968-453B-BD3B-B08D7E0228C5}"/>
              </a:ext>
            </a:extLst>
          </p:cNvPr>
          <p:cNvSpPr>
            <a:spLocks noGrp="1"/>
          </p:cNvSpPr>
          <p:nvPr>
            <p:ph type="ftr" sz="quarter" idx="12"/>
          </p:nvPr>
        </p:nvSpPr>
        <p:spPr/>
        <p:txBody>
          <a:bodyPr/>
          <a:lstStyle/>
          <a:p>
            <a:endParaRPr lang="en-GB" dirty="0"/>
          </a:p>
        </p:txBody>
      </p:sp>
      <p:sp>
        <p:nvSpPr>
          <p:cNvPr id="5" name="Slide Number Placeholder 4">
            <a:extLst>
              <a:ext uri="{FF2B5EF4-FFF2-40B4-BE49-F238E27FC236}">
                <a16:creationId xmlns:a16="http://schemas.microsoft.com/office/drawing/2014/main" id="{0440CC30-BDCF-4F30-99B4-8377E229DF12}"/>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13" name="Text Placeholder 7">
            <a:extLst>
              <a:ext uri="{FF2B5EF4-FFF2-40B4-BE49-F238E27FC236}">
                <a16:creationId xmlns:a16="http://schemas.microsoft.com/office/drawing/2014/main" id="{3E3F5180-2E2B-46A2-AC7C-C5175E6CB4B3}"/>
              </a:ext>
            </a:extLst>
          </p:cNvPr>
          <p:cNvSpPr>
            <a:spLocks noGrp="1"/>
          </p:cNvSpPr>
          <p:nvPr>
            <p:ph type="body" sz="quarter" idx="17"/>
          </p:nvPr>
        </p:nvSpPr>
        <p:spPr>
          <a:xfrm>
            <a:off x="371475" y="1333500"/>
            <a:ext cx="2910480" cy="5132388"/>
          </a:xfrm>
        </p:spPr>
        <p:txBody>
          <a:bodyPr/>
          <a:lstStyle/>
          <a:p>
            <a:pPr lvl="0"/>
            <a:r>
              <a:rPr lang="it-IT"/>
              <a:t>Fare clic per modificare gli stili del testo dello schema</a:t>
            </a:r>
          </a:p>
          <a:p>
            <a:pPr lvl="1"/>
            <a:r>
              <a:rPr lang="it-IT"/>
              <a:t>Secondo livello</a:t>
            </a:r>
          </a:p>
        </p:txBody>
      </p:sp>
      <p:sp>
        <p:nvSpPr>
          <p:cNvPr id="3" name="Title 2">
            <a:extLst>
              <a:ext uri="{FF2B5EF4-FFF2-40B4-BE49-F238E27FC236}">
                <a16:creationId xmlns:a16="http://schemas.microsoft.com/office/drawing/2014/main" id="{107F9D89-2DD0-4247-B6F9-46FC84B672C4}"/>
              </a:ext>
            </a:extLst>
          </p:cNvPr>
          <p:cNvSpPr>
            <a:spLocks noGrp="1"/>
          </p:cNvSpPr>
          <p:nvPr>
            <p:ph type="title"/>
          </p:nvPr>
        </p:nvSpPr>
        <p:spPr/>
        <p:txBody>
          <a:bodyPr/>
          <a:lstStyle/>
          <a:p>
            <a:r>
              <a:rPr lang="it-IT"/>
              <a:t>Fare clic per modificare lo stile del titolo dello schema</a:t>
            </a:r>
            <a:endParaRPr lang="en-GB"/>
          </a:p>
        </p:txBody>
      </p:sp>
    </p:spTree>
    <p:extLst>
      <p:ext uri="{BB962C8B-B14F-4D97-AF65-F5344CB8AC3E}">
        <p14:creationId xmlns:p14="http://schemas.microsoft.com/office/powerpoint/2010/main" val="3263622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6" name="Picture Placeholder 7">
            <a:extLst>
              <a:ext uri="{FF2B5EF4-FFF2-40B4-BE49-F238E27FC236}">
                <a16:creationId xmlns:a16="http://schemas.microsoft.com/office/drawing/2014/main" id="{CE60E313-6764-45F4-8E53-5C86A750FD0C}"/>
              </a:ext>
            </a:extLst>
          </p:cNvPr>
          <p:cNvSpPr>
            <a:spLocks noGrp="1"/>
          </p:cNvSpPr>
          <p:nvPr>
            <p:ph type="pic" sz="quarter" idx="11"/>
          </p:nvPr>
        </p:nvSpPr>
        <p:spPr>
          <a:xfrm>
            <a:off x="371476" y="1333500"/>
            <a:ext cx="11449050" cy="5132388"/>
          </a:xfrm>
          <a:prstGeom prst="rect">
            <a:avLst/>
          </a:prstGeom>
          <a:solidFill>
            <a:schemeClr val="bg1">
              <a:lumMod val="85000"/>
            </a:schemeClr>
          </a:solidFill>
        </p:spPr>
        <p:txBody>
          <a:bodyPr tIns="612000" anchor="ctr" anchorCtr="0"/>
          <a:lstStyle>
            <a:lvl1pPr marL="0" indent="0" algn="ctr">
              <a:buFontTx/>
              <a:buNone/>
              <a:defRPr/>
            </a:lvl1pPr>
          </a:lstStyle>
          <a:p>
            <a:r>
              <a:rPr lang="it-IT"/>
              <a:t>Fare clic sull'icona per inserire un'immagine</a:t>
            </a:r>
            <a:endParaRPr lang="en-GB"/>
          </a:p>
        </p:txBody>
      </p:sp>
      <p:sp>
        <p:nvSpPr>
          <p:cNvPr id="5" name="Footer Placeholder 4">
            <a:extLst>
              <a:ext uri="{FF2B5EF4-FFF2-40B4-BE49-F238E27FC236}">
                <a16:creationId xmlns:a16="http://schemas.microsoft.com/office/drawing/2014/main" id="{5AEB56F6-E36F-4031-B8E9-3FFA7CE09E9B}"/>
              </a:ext>
            </a:extLst>
          </p:cNvPr>
          <p:cNvSpPr>
            <a:spLocks noGrp="1"/>
          </p:cNvSpPr>
          <p:nvPr>
            <p:ph type="ftr" sz="quarter" idx="12"/>
          </p:nvPr>
        </p:nvSpPr>
        <p:spPr/>
        <p:txBody>
          <a:bodyPr/>
          <a:lstStyle/>
          <a:p>
            <a:endParaRPr lang="en-GB" dirty="0"/>
          </a:p>
        </p:txBody>
      </p:sp>
      <p:sp>
        <p:nvSpPr>
          <p:cNvPr id="9" name="Slide Number Placeholder 8">
            <a:extLst>
              <a:ext uri="{FF2B5EF4-FFF2-40B4-BE49-F238E27FC236}">
                <a16:creationId xmlns:a16="http://schemas.microsoft.com/office/drawing/2014/main" id="{97055289-D0EC-4215-82F3-A3E624266350}"/>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44BB74B2-2F18-440B-849C-438EB0CEAB9F}"/>
              </a:ext>
            </a:extLst>
          </p:cNvPr>
          <p:cNvSpPr>
            <a:spLocks noGrp="1"/>
          </p:cNvSpPr>
          <p:nvPr>
            <p:ph type="title"/>
          </p:nvPr>
        </p:nvSpPr>
        <p:spPr/>
        <p:txBody>
          <a:bodyPr/>
          <a:lstStyle/>
          <a:p>
            <a:r>
              <a:rPr lang="it-IT"/>
              <a:t>Fare clic per modificare lo stile del titolo dello schema</a:t>
            </a:r>
            <a:endParaRPr lang="en-GB"/>
          </a:p>
        </p:txBody>
      </p:sp>
    </p:spTree>
    <p:extLst>
      <p:ext uri="{BB962C8B-B14F-4D97-AF65-F5344CB8AC3E}">
        <p14:creationId xmlns:p14="http://schemas.microsoft.com/office/powerpoint/2010/main" val="1946287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light blu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A7165-F5D9-466C-909D-9C7186687E76}"/>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2" name="Title 1"/>
          <p:cNvSpPr>
            <a:spLocks noGrp="1"/>
          </p:cNvSpPr>
          <p:nvPr>
            <p:ph type="title"/>
          </p:nvPr>
        </p:nvSpPr>
        <p:spPr>
          <a:xfrm>
            <a:off x="371475" y="914646"/>
            <a:ext cx="9422048" cy="1808161"/>
          </a:xfrm>
        </p:spPr>
        <p:txBody>
          <a:bodyPr anchor="b" anchorCtr="0"/>
          <a:lstStyle>
            <a:lvl1pPr>
              <a:defRPr sz="4400"/>
            </a:lvl1pPr>
          </a:lstStyle>
          <a:p>
            <a:r>
              <a:rPr lang="it-IT"/>
              <a:t>Fare clic per modificare lo stile del titolo dello schema</a:t>
            </a:r>
            <a:endParaRPr lang="en-GB" dirty="0"/>
          </a:p>
        </p:txBody>
      </p:sp>
      <p:sp>
        <p:nvSpPr>
          <p:cNvPr id="3" name="Text Placeholder 2"/>
          <p:cNvSpPr>
            <a:spLocks noGrp="1"/>
          </p:cNvSpPr>
          <p:nvPr>
            <p:ph type="body" idx="1"/>
          </p:nvPr>
        </p:nvSpPr>
        <p:spPr>
          <a:xfrm>
            <a:off x="400049" y="2947917"/>
            <a:ext cx="9375016" cy="201986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843810739"/>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tan">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A7165-F5D9-466C-909D-9C7186687E76}"/>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2" name="Title 1"/>
          <p:cNvSpPr>
            <a:spLocks noGrp="1"/>
          </p:cNvSpPr>
          <p:nvPr>
            <p:ph type="title"/>
          </p:nvPr>
        </p:nvSpPr>
        <p:spPr>
          <a:xfrm>
            <a:off x="371475" y="914646"/>
            <a:ext cx="9422048" cy="1808161"/>
          </a:xfrm>
        </p:spPr>
        <p:txBody>
          <a:bodyPr anchor="b" anchorCtr="0"/>
          <a:lstStyle>
            <a:lvl1pPr>
              <a:defRPr sz="4400"/>
            </a:lvl1pPr>
          </a:lstStyle>
          <a:p>
            <a:r>
              <a:rPr lang="it-IT"/>
              <a:t>Fare clic per modificare lo stile del titolo dello schema</a:t>
            </a:r>
            <a:endParaRPr lang="en-GB" dirty="0"/>
          </a:p>
        </p:txBody>
      </p:sp>
      <p:sp>
        <p:nvSpPr>
          <p:cNvPr id="3" name="Text Placeholder 2"/>
          <p:cNvSpPr>
            <a:spLocks noGrp="1"/>
          </p:cNvSpPr>
          <p:nvPr>
            <p:ph type="body" idx="1"/>
          </p:nvPr>
        </p:nvSpPr>
        <p:spPr>
          <a:xfrm>
            <a:off x="400049" y="2947917"/>
            <a:ext cx="9375016" cy="201986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833499376"/>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green">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A7165-F5D9-466C-909D-9C7186687E76}"/>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2" name="Title 1"/>
          <p:cNvSpPr>
            <a:spLocks noGrp="1"/>
          </p:cNvSpPr>
          <p:nvPr>
            <p:ph type="title"/>
          </p:nvPr>
        </p:nvSpPr>
        <p:spPr>
          <a:xfrm>
            <a:off x="371475" y="914646"/>
            <a:ext cx="9422048" cy="1808161"/>
          </a:xfrm>
        </p:spPr>
        <p:txBody>
          <a:bodyPr anchor="b" anchorCtr="0"/>
          <a:lstStyle>
            <a:lvl1pPr>
              <a:defRPr sz="4400"/>
            </a:lvl1pPr>
          </a:lstStyle>
          <a:p>
            <a:r>
              <a:rPr lang="it-IT"/>
              <a:t>Fare clic per modificare lo stile del titolo dello schema</a:t>
            </a:r>
            <a:endParaRPr lang="en-GB" dirty="0"/>
          </a:p>
        </p:txBody>
      </p:sp>
      <p:sp>
        <p:nvSpPr>
          <p:cNvPr id="3" name="Text Placeholder 2"/>
          <p:cNvSpPr>
            <a:spLocks noGrp="1"/>
          </p:cNvSpPr>
          <p:nvPr>
            <p:ph type="body" idx="1"/>
          </p:nvPr>
        </p:nvSpPr>
        <p:spPr>
          <a:xfrm>
            <a:off x="400049" y="2947917"/>
            <a:ext cx="9375016" cy="201986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283817426"/>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dark blu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A7165-F5D9-466C-909D-9C7186687E76}"/>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2" name="Title 1"/>
          <p:cNvSpPr>
            <a:spLocks noGrp="1"/>
          </p:cNvSpPr>
          <p:nvPr>
            <p:ph type="title"/>
          </p:nvPr>
        </p:nvSpPr>
        <p:spPr>
          <a:xfrm>
            <a:off x="371475" y="914646"/>
            <a:ext cx="9422048" cy="1808161"/>
          </a:xfrm>
        </p:spPr>
        <p:txBody>
          <a:bodyPr anchor="b" anchorCtr="0"/>
          <a:lstStyle>
            <a:lvl1pPr>
              <a:defRPr sz="4400"/>
            </a:lvl1pPr>
          </a:lstStyle>
          <a:p>
            <a:r>
              <a:rPr lang="it-IT"/>
              <a:t>Fare clic per modificare lo stile del titolo dello schema</a:t>
            </a:r>
            <a:endParaRPr lang="en-GB" dirty="0"/>
          </a:p>
        </p:txBody>
      </p:sp>
      <p:sp>
        <p:nvSpPr>
          <p:cNvPr id="3" name="Text Placeholder 2"/>
          <p:cNvSpPr>
            <a:spLocks noGrp="1"/>
          </p:cNvSpPr>
          <p:nvPr>
            <p:ph type="body" idx="1"/>
          </p:nvPr>
        </p:nvSpPr>
        <p:spPr>
          <a:xfrm>
            <a:off x="400049" y="2947917"/>
            <a:ext cx="9375016" cy="2019868"/>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8" name="Freeform 5"/>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99561557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Chart">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9" name="Chart Placeholder 8">
            <a:extLst>
              <a:ext uri="{FF2B5EF4-FFF2-40B4-BE49-F238E27FC236}">
                <a16:creationId xmlns:a16="http://schemas.microsoft.com/office/drawing/2014/main" id="{B11BEAE7-2321-4447-AFD7-9628AFD2EA5D}"/>
              </a:ext>
            </a:extLst>
          </p:cNvPr>
          <p:cNvSpPr>
            <a:spLocks noGrp="1"/>
          </p:cNvSpPr>
          <p:nvPr>
            <p:ph type="chart" sz="quarter" idx="11"/>
          </p:nvPr>
        </p:nvSpPr>
        <p:spPr>
          <a:xfrm>
            <a:off x="6422906" y="1333500"/>
            <a:ext cx="5400000" cy="4740276"/>
          </a:xfrm>
          <a:prstGeom prst="rect">
            <a:avLst/>
          </a:prstGeom>
        </p:spPr>
        <p:txBody>
          <a:bodyPr tIns="540000" anchor="ctr" anchorCtr="0"/>
          <a:lstStyle>
            <a:lvl1pPr marL="0" indent="0" algn="ctr">
              <a:buFontTx/>
              <a:buNone/>
              <a:defRPr/>
            </a:lvl1pPr>
          </a:lstStyle>
          <a:p>
            <a:r>
              <a:rPr lang="it-IT"/>
              <a:t>Fare clic sull'icona per inserire un grafico</a:t>
            </a:r>
            <a:endParaRPr lang="en-GB" dirty="0"/>
          </a:p>
        </p:txBody>
      </p:sp>
      <p:sp>
        <p:nvSpPr>
          <p:cNvPr id="3" name="Footer Placeholder 2">
            <a:extLst>
              <a:ext uri="{FF2B5EF4-FFF2-40B4-BE49-F238E27FC236}">
                <a16:creationId xmlns:a16="http://schemas.microsoft.com/office/drawing/2014/main" id="{2EF67ACF-BFB2-4AB0-B558-138068684A88}"/>
              </a:ext>
            </a:extLst>
          </p:cNvPr>
          <p:cNvSpPr>
            <a:spLocks noGrp="1"/>
          </p:cNvSpPr>
          <p:nvPr>
            <p:ph type="ftr" sz="quarter" idx="12"/>
          </p:nvPr>
        </p:nvSpPr>
        <p:spPr/>
        <p:txBody>
          <a:bodyPr/>
          <a:lstStyle/>
          <a:p>
            <a:endParaRPr lang="en-GB" dirty="0"/>
          </a:p>
        </p:txBody>
      </p:sp>
      <p:sp>
        <p:nvSpPr>
          <p:cNvPr id="4" name="Slide Number Placeholder 3">
            <a:extLst>
              <a:ext uri="{FF2B5EF4-FFF2-40B4-BE49-F238E27FC236}">
                <a16:creationId xmlns:a16="http://schemas.microsoft.com/office/drawing/2014/main" id="{E3D4E265-F064-4F0B-A493-9EF6D3CF0337}"/>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15" name="Text Placeholder 7">
            <a:extLst>
              <a:ext uri="{FF2B5EF4-FFF2-40B4-BE49-F238E27FC236}">
                <a16:creationId xmlns:a16="http://schemas.microsoft.com/office/drawing/2014/main" id="{1751B778-8C10-4C09-A597-DEE06E2902E5}"/>
              </a:ext>
            </a:extLst>
          </p:cNvPr>
          <p:cNvSpPr>
            <a:spLocks noGrp="1"/>
          </p:cNvSpPr>
          <p:nvPr>
            <p:ph type="body" sz="quarter" idx="17"/>
          </p:nvPr>
        </p:nvSpPr>
        <p:spPr>
          <a:xfrm>
            <a:off x="371474" y="1333500"/>
            <a:ext cx="5722143" cy="51323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5" name="Title 4">
            <a:extLst>
              <a:ext uri="{FF2B5EF4-FFF2-40B4-BE49-F238E27FC236}">
                <a16:creationId xmlns:a16="http://schemas.microsoft.com/office/drawing/2014/main" id="{61A58C71-1228-4263-B649-6D475D034A52}"/>
              </a:ext>
            </a:extLst>
          </p:cNvPr>
          <p:cNvSpPr>
            <a:spLocks noGrp="1"/>
          </p:cNvSpPr>
          <p:nvPr>
            <p:ph type="title"/>
          </p:nvPr>
        </p:nvSpPr>
        <p:spPr/>
        <p:txBody>
          <a:bodyPr/>
          <a:lstStyle/>
          <a:p>
            <a:r>
              <a:rPr lang="it-IT"/>
              <a:t>Fare clic per modificare lo stile del titolo dello schema</a:t>
            </a:r>
            <a:endParaRPr lang="en-GB"/>
          </a:p>
        </p:txBody>
      </p:sp>
    </p:spTree>
    <p:extLst>
      <p:ext uri="{BB962C8B-B14F-4D97-AF65-F5344CB8AC3E}">
        <p14:creationId xmlns:p14="http://schemas.microsoft.com/office/powerpoint/2010/main" val="171479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 3/4 Chart">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10" name="Chart Placeholder 8">
            <a:extLst>
              <a:ext uri="{FF2B5EF4-FFF2-40B4-BE49-F238E27FC236}">
                <a16:creationId xmlns:a16="http://schemas.microsoft.com/office/drawing/2014/main" id="{F88D08FB-754A-49BC-8DAD-0E6969330D23}"/>
              </a:ext>
            </a:extLst>
          </p:cNvPr>
          <p:cNvSpPr>
            <a:spLocks noGrp="1"/>
          </p:cNvSpPr>
          <p:nvPr>
            <p:ph type="chart" sz="quarter" idx="12"/>
          </p:nvPr>
        </p:nvSpPr>
        <p:spPr>
          <a:xfrm>
            <a:off x="3429000" y="1333500"/>
            <a:ext cx="8391525" cy="4740276"/>
          </a:xfrm>
          <a:prstGeom prst="rect">
            <a:avLst/>
          </a:prstGeom>
        </p:spPr>
        <p:txBody>
          <a:bodyPr tIns="576000" anchor="ctr" anchorCtr="0"/>
          <a:lstStyle>
            <a:lvl1pPr marL="0" indent="0" algn="ctr">
              <a:buFontTx/>
              <a:buNone/>
              <a:defRPr/>
            </a:lvl1pPr>
          </a:lstStyle>
          <a:p>
            <a:r>
              <a:rPr lang="it-IT"/>
              <a:t>Fare clic sull'icona per inserire un grafico</a:t>
            </a:r>
            <a:endParaRPr lang="en-GB"/>
          </a:p>
        </p:txBody>
      </p:sp>
      <p:sp>
        <p:nvSpPr>
          <p:cNvPr id="5" name="Footer Placeholder 4">
            <a:extLst>
              <a:ext uri="{FF2B5EF4-FFF2-40B4-BE49-F238E27FC236}">
                <a16:creationId xmlns:a16="http://schemas.microsoft.com/office/drawing/2014/main" id="{E41D3A43-146B-45DD-8298-642163DF59A2}"/>
              </a:ext>
            </a:extLst>
          </p:cNvPr>
          <p:cNvSpPr>
            <a:spLocks noGrp="1"/>
          </p:cNvSpPr>
          <p:nvPr>
            <p:ph type="ftr" sz="quarter" idx="13"/>
          </p:nvPr>
        </p:nvSpPr>
        <p:spPr/>
        <p:txBody>
          <a:bodyPr/>
          <a:lstStyle/>
          <a:p>
            <a:endParaRPr lang="en-GB" dirty="0"/>
          </a:p>
        </p:txBody>
      </p:sp>
      <p:sp>
        <p:nvSpPr>
          <p:cNvPr id="6" name="Slide Number Placeholder 5">
            <a:extLst>
              <a:ext uri="{FF2B5EF4-FFF2-40B4-BE49-F238E27FC236}">
                <a16:creationId xmlns:a16="http://schemas.microsoft.com/office/drawing/2014/main" id="{8E8A6E8E-8375-4FB6-982A-AB589BBA71CB}"/>
              </a:ext>
            </a:extLst>
          </p:cNvPr>
          <p:cNvSpPr>
            <a:spLocks noGrp="1"/>
          </p:cNvSpPr>
          <p:nvPr>
            <p:ph type="sldNum" sz="quarter" idx="14"/>
          </p:nvPr>
        </p:nvSpPr>
        <p:spPr/>
        <p:txBody>
          <a:bodyPr/>
          <a:lstStyle/>
          <a:p>
            <a:fld id="{09471650-AE8C-4F0A-9990-7EAE6F8DE484}" type="slidenum">
              <a:rPr lang="en-GB" smtClean="0"/>
              <a:pPr/>
              <a:t>‹#›</a:t>
            </a:fld>
            <a:endParaRPr lang="en-GB" dirty="0"/>
          </a:p>
        </p:txBody>
      </p:sp>
      <p:sp>
        <p:nvSpPr>
          <p:cNvPr id="11" name="Text Placeholder 7">
            <a:extLst>
              <a:ext uri="{FF2B5EF4-FFF2-40B4-BE49-F238E27FC236}">
                <a16:creationId xmlns:a16="http://schemas.microsoft.com/office/drawing/2014/main" id="{91C9B866-7730-4900-A273-ADFB6FB0D5F2}"/>
              </a:ext>
            </a:extLst>
          </p:cNvPr>
          <p:cNvSpPr>
            <a:spLocks noGrp="1"/>
          </p:cNvSpPr>
          <p:nvPr>
            <p:ph type="body" sz="quarter" idx="17"/>
          </p:nvPr>
        </p:nvSpPr>
        <p:spPr>
          <a:xfrm>
            <a:off x="371475" y="1333500"/>
            <a:ext cx="2910480" cy="5132388"/>
          </a:xfrm>
        </p:spPr>
        <p:txBody>
          <a:bodyPr/>
          <a:lstStyle/>
          <a:p>
            <a:pPr lvl="0"/>
            <a:r>
              <a:rPr lang="it-IT"/>
              <a:t>Fare clic per modificare gli stili del testo dello schema</a:t>
            </a:r>
          </a:p>
          <a:p>
            <a:pPr lvl="1"/>
            <a:r>
              <a:rPr lang="it-IT"/>
              <a:t>Secondo livello</a:t>
            </a:r>
          </a:p>
        </p:txBody>
      </p:sp>
      <p:sp>
        <p:nvSpPr>
          <p:cNvPr id="3" name="Title 2">
            <a:extLst>
              <a:ext uri="{FF2B5EF4-FFF2-40B4-BE49-F238E27FC236}">
                <a16:creationId xmlns:a16="http://schemas.microsoft.com/office/drawing/2014/main" id="{AC14BF8B-7E8D-4368-A62C-7B4DE10CDC11}"/>
              </a:ext>
            </a:extLst>
          </p:cNvPr>
          <p:cNvSpPr>
            <a:spLocks noGrp="1"/>
          </p:cNvSpPr>
          <p:nvPr>
            <p:ph type="title"/>
          </p:nvPr>
        </p:nvSpPr>
        <p:spPr/>
        <p:txBody>
          <a:bodyPr/>
          <a:lstStyle/>
          <a:p>
            <a:r>
              <a:rPr lang="it-IT"/>
              <a:t>Fare clic per modificare lo stile del titolo dello schema</a:t>
            </a:r>
            <a:endParaRPr lang="en-GB"/>
          </a:p>
        </p:txBody>
      </p:sp>
    </p:spTree>
    <p:extLst>
      <p:ext uri="{BB962C8B-B14F-4D97-AF65-F5344CB8AC3E}">
        <p14:creationId xmlns:p14="http://schemas.microsoft.com/office/powerpoint/2010/main" val="15592465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ull chart">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9" name="Chart Placeholder 8">
            <a:extLst>
              <a:ext uri="{FF2B5EF4-FFF2-40B4-BE49-F238E27FC236}">
                <a16:creationId xmlns:a16="http://schemas.microsoft.com/office/drawing/2014/main" id="{B11BEAE7-2321-4447-AFD7-9628AFD2EA5D}"/>
              </a:ext>
            </a:extLst>
          </p:cNvPr>
          <p:cNvSpPr>
            <a:spLocks noGrp="1"/>
          </p:cNvSpPr>
          <p:nvPr>
            <p:ph type="chart" sz="quarter" idx="11"/>
          </p:nvPr>
        </p:nvSpPr>
        <p:spPr>
          <a:xfrm>
            <a:off x="371476" y="1333500"/>
            <a:ext cx="11449050" cy="4740276"/>
          </a:xfrm>
          <a:prstGeom prst="rect">
            <a:avLst/>
          </a:prstGeom>
        </p:spPr>
        <p:txBody>
          <a:bodyPr tIns="576000" anchor="ctr" anchorCtr="0"/>
          <a:lstStyle>
            <a:lvl1pPr marL="0" indent="0" algn="ctr">
              <a:buFontTx/>
              <a:buNone/>
              <a:defRPr/>
            </a:lvl1pPr>
          </a:lstStyle>
          <a:p>
            <a:r>
              <a:rPr lang="it-IT"/>
              <a:t>Fare clic sull'icona per inserire un grafico</a:t>
            </a:r>
            <a:endParaRPr lang="en-GB"/>
          </a:p>
        </p:txBody>
      </p:sp>
      <p:sp>
        <p:nvSpPr>
          <p:cNvPr id="5" name="Footer Placeholder 4">
            <a:extLst>
              <a:ext uri="{FF2B5EF4-FFF2-40B4-BE49-F238E27FC236}">
                <a16:creationId xmlns:a16="http://schemas.microsoft.com/office/drawing/2014/main" id="{C38E4AFC-0964-4168-93CC-F7E64905AD5C}"/>
              </a:ext>
            </a:extLst>
          </p:cNvPr>
          <p:cNvSpPr>
            <a:spLocks noGrp="1"/>
          </p:cNvSpPr>
          <p:nvPr>
            <p:ph type="ftr" sz="quarter" idx="12"/>
          </p:nvPr>
        </p:nvSpPr>
        <p:spPr/>
        <p:txBody>
          <a:bodyPr/>
          <a:lstStyle/>
          <a:p>
            <a:endParaRPr lang="en-GB" dirty="0"/>
          </a:p>
        </p:txBody>
      </p:sp>
      <p:sp>
        <p:nvSpPr>
          <p:cNvPr id="8" name="Slide Number Placeholder 7">
            <a:extLst>
              <a:ext uri="{FF2B5EF4-FFF2-40B4-BE49-F238E27FC236}">
                <a16:creationId xmlns:a16="http://schemas.microsoft.com/office/drawing/2014/main" id="{F41EB80F-072C-4B77-A7D6-C9949BCEDB43}"/>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7C63DBFB-A4CA-4959-A415-E0C001B06E7A}"/>
              </a:ext>
            </a:extLst>
          </p:cNvPr>
          <p:cNvSpPr>
            <a:spLocks noGrp="1"/>
          </p:cNvSpPr>
          <p:nvPr>
            <p:ph type="title"/>
          </p:nvPr>
        </p:nvSpPr>
        <p:spPr/>
        <p:txBody>
          <a:bodyPr/>
          <a:lstStyle/>
          <a:p>
            <a:r>
              <a:rPr lang="it-IT"/>
              <a:t>Fare clic per modificare lo stile del titolo dello schema</a:t>
            </a:r>
            <a:endParaRPr lang="en-GB"/>
          </a:p>
        </p:txBody>
      </p:sp>
    </p:spTree>
    <p:extLst>
      <p:ext uri="{BB962C8B-B14F-4D97-AF65-F5344CB8AC3E}">
        <p14:creationId xmlns:p14="http://schemas.microsoft.com/office/powerpoint/2010/main" val="34309145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ing only">
    <p:spTree>
      <p:nvGrpSpPr>
        <p:cNvPr id="1" name=""/>
        <p:cNvGrpSpPr/>
        <p:nvPr/>
      </p:nvGrpSpPr>
      <p:grpSpPr>
        <a:xfrm>
          <a:off x="0" y="0"/>
          <a:ext cx="0" cy="0"/>
          <a:chOff x="0" y="0"/>
          <a:chExt cx="0" cy="0"/>
        </a:xfrm>
      </p:grpSpPr>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Footer Placeholder 4">
            <a:extLst>
              <a:ext uri="{FF2B5EF4-FFF2-40B4-BE49-F238E27FC236}">
                <a16:creationId xmlns:a16="http://schemas.microsoft.com/office/drawing/2014/main" id="{C38E4AFC-0964-4168-93CC-F7E64905AD5C}"/>
              </a:ext>
            </a:extLst>
          </p:cNvPr>
          <p:cNvSpPr>
            <a:spLocks noGrp="1"/>
          </p:cNvSpPr>
          <p:nvPr>
            <p:ph type="ftr" sz="quarter" idx="12"/>
          </p:nvPr>
        </p:nvSpPr>
        <p:spPr/>
        <p:txBody>
          <a:bodyPr/>
          <a:lstStyle/>
          <a:p>
            <a:endParaRPr lang="en-GB" dirty="0"/>
          </a:p>
        </p:txBody>
      </p:sp>
      <p:sp>
        <p:nvSpPr>
          <p:cNvPr id="8" name="Slide Number Placeholder 7">
            <a:extLst>
              <a:ext uri="{FF2B5EF4-FFF2-40B4-BE49-F238E27FC236}">
                <a16:creationId xmlns:a16="http://schemas.microsoft.com/office/drawing/2014/main" id="{F41EB80F-072C-4B77-A7D6-C9949BCEDB43}"/>
              </a:ext>
            </a:extLst>
          </p:cNvPr>
          <p:cNvSpPr>
            <a:spLocks noGrp="1"/>
          </p:cNvSpPr>
          <p:nvPr>
            <p:ph type="sldNum" sz="quarter" idx="13"/>
          </p:nvPr>
        </p:nvSpPr>
        <p:spPr/>
        <p:txBody>
          <a:body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7C63DBFB-A4CA-4959-A415-E0C001B06E7A}"/>
              </a:ext>
            </a:extLst>
          </p:cNvPr>
          <p:cNvSpPr>
            <a:spLocks noGrp="1"/>
          </p:cNvSpPr>
          <p:nvPr>
            <p:ph type="title"/>
          </p:nvPr>
        </p:nvSpPr>
        <p:spPr/>
        <p:txBody>
          <a:bodyPr/>
          <a:lstStyle/>
          <a:p>
            <a:r>
              <a:rPr lang="it-IT"/>
              <a:t>Fare clic per modificare lo stile del titolo dello schema</a:t>
            </a:r>
            <a:endParaRPr lang="en-GB"/>
          </a:p>
        </p:txBody>
      </p:sp>
    </p:spTree>
    <p:extLst>
      <p:ext uri="{BB962C8B-B14F-4D97-AF65-F5344CB8AC3E}">
        <p14:creationId xmlns:p14="http://schemas.microsoft.com/office/powerpoint/2010/main" val="40617637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ing only light 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997503E-7414-45DF-B988-6709560FC744}"/>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Footer Placeholder 4">
            <a:extLst>
              <a:ext uri="{FF2B5EF4-FFF2-40B4-BE49-F238E27FC236}">
                <a16:creationId xmlns:a16="http://schemas.microsoft.com/office/drawing/2014/main" id="{47807473-1293-4173-A3E8-9B71FA83C7D0}"/>
              </a:ext>
            </a:extLst>
          </p:cNvPr>
          <p:cNvSpPr>
            <a:spLocks noGrp="1"/>
          </p:cNvSpPr>
          <p:nvPr>
            <p:ph type="ftr" sz="quarter" idx="10"/>
          </p:nvPr>
        </p:nvSpPr>
        <p:spPr/>
        <p:txBody>
          <a:bodyPr/>
          <a:lstStyle>
            <a:lvl1pPr>
              <a:defRPr>
                <a:solidFill>
                  <a:schemeClr val="bg1"/>
                </a:solidFill>
              </a:defRPr>
            </a:lvl1pPr>
          </a:lstStyle>
          <a:p>
            <a:endParaRPr lang="en-GB" dirty="0"/>
          </a:p>
        </p:txBody>
      </p:sp>
      <p:sp>
        <p:nvSpPr>
          <p:cNvPr id="8" name="Slide Number Placeholder 7">
            <a:extLst>
              <a:ext uri="{FF2B5EF4-FFF2-40B4-BE49-F238E27FC236}">
                <a16:creationId xmlns:a16="http://schemas.microsoft.com/office/drawing/2014/main" id="{8663824D-3A0C-4385-8A61-535EFB328456}"/>
              </a:ext>
            </a:extLst>
          </p:cNvPr>
          <p:cNvSpPr>
            <a:spLocks noGrp="1"/>
          </p:cNvSpPr>
          <p:nvPr>
            <p:ph type="sldNum" sz="quarter" idx="11"/>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CEA20606-C9CD-454E-BC7E-9FB08A3F1D2A}"/>
              </a:ext>
            </a:extLst>
          </p:cNvPr>
          <p:cNvSpPr>
            <a:spLocks noGrp="1"/>
          </p:cNvSpPr>
          <p:nvPr>
            <p:ph type="title"/>
          </p:nvPr>
        </p:nvSpPr>
        <p:spPr/>
        <p:txBody>
          <a:bodyPr/>
          <a:lstStyle>
            <a:lvl1pPr>
              <a:defRPr>
                <a:solidFill>
                  <a:schemeClr val="bg1"/>
                </a:solidFill>
              </a:defRPr>
            </a:lvl1pPr>
          </a:lstStyle>
          <a:p>
            <a:r>
              <a:rPr lang="it-IT"/>
              <a:t>Fare clic per modificare lo stile del titolo dello schema</a:t>
            </a:r>
            <a:endParaRPr lang="en-GB"/>
          </a:p>
        </p:txBody>
      </p:sp>
      <p:sp>
        <p:nvSpPr>
          <p:cNvPr id="9" name="Freeform 5">
            <a:extLst>
              <a:ext uri="{FF2B5EF4-FFF2-40B4-BE49-F238E27FC236}">
                <a16:creationId xmlns:a16="http://schemas.microsoft.com/office/drawing/2014/main" id="{C5F326E1-E0C4-413E-9043-BE1191AEEA26}"/>
              </a:ext>
            </a:extLst>
          </p:cNvPr>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19833511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ing only ta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997503E-7414-45DF-B988-6709560FC744}"/>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Footer Placeholder 4">
            <a:extLst>
              <a:ext uri="{FF2B5EF4-FFF2-40B4-BE49-F238E27FC236}">
                <a16:creationId xmlns:a16="http://schemas.microsoft.com/office/drawing/2014/main" id="{47807473-1293-4173-A3E8-9B71FA83C7D0}"/>
              </a:ext>
            </a:extLst>
          </p:cNvPr>
          <p:cNvSpPr>
            <a:spLocks noGrp="1"/>
          </p:cNvSpPr>
          <p:nvPr>
            <p:ph type="ftr" sz="quarter" idx="10"/>
          </p:nvPr>
        </p:nvSpPr>
        <p:spPr/>
        <p:txBody>
          <a:bodyPr/>
          <a:lstStyle>
            <a:lvl1pPr>
              <a:defRPr>
                <a:solidFill>
                  <a:schemeClr val="bg1"/>
                </a:solidFill>
              </a:defRPr>
            </a:lvl1pPr>
          </a:lstStyle>
          <a:p>
            <a:endParaRPr lang="en-GB" dirty="0"/>
          </a:p>
        </p:txBody>
      </p:sp>
      <p:sp>
        <p:nvSpPr>
          <p:cNvPr id="8" name="Slide Number Placeholder 7">
            <a:extLst>
              <a:ext uri="{FF2B5EF4-FFF2-40B4-BE49-F238E27FC236}">
                <a16:creationId xmlns:a16="http://schemas.microsoft.com/office/drawing/2014/main" id="{8663824D-3A0C-4385-8A61-535EFB328456}"/>
              </a:ext>
            </a:extLst>
          </p:cNvPr>
          <p:cNvSpPr>
            <a:spLocks noGrp="1"/>
          </p:cNvSpPr>
          <p:nvPr>
            <p:ph type="sldNum" sz="quarter" idx="11"/>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CEA20606-C9CD-454E-BC7E-9FB08A3F1D2A}"/>
              </a:ext>
            </a:extLst>
          </p:cNvPr>
          <p:cNvSpPr>
            <a:spLocks noGrp="1"/>
          </p:cNvSpPr>
          <p:nvPr>
            <p:ph type="title"/>
          </p:nvPr>
        </p:nvSpPr>
        <p:spPr/>
        <p:txBody>
          <a:bodyPr/>
          <a:lstStyle>
            <a:lvl1pPr>
              <a:defRPr>
                <a:solidFill>
                  <a:schemeClr val="bg1"/>
                </a:solidFill>
              </a:defRPr>
            </a:lvl1pPr>
          </a:lstStyle>
          <a:p>
            <a:r>
              <a:rPr lang="it-IT"/>
              <a:t>Fare clic per modificare lo stile del titolo dello schema</a:t>
            </a:r>
            <a:endParaRPr lang="en-GB"/>
          </a:p>
        </p:txBody>
      </p:sp>
      <p:sp>
        <p:nvSpPr>
          <p:cNvPr id="9" name="Freeform 5">
            <a:extLst>
              <a:ext uri="{FF2B5EF4-FFF2-40B4-BE49-F238E27FC236}">
                <a16:creationId xmlns:a16="http://schemas.microsoft.com/office/drawing/2014/main" id="{C5F326E1-E0C4-413E-9043-BE1191AEEA26}"/>
              </a:ext>
            </a:extLst>
          </p:cNvPr>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638677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ing only gree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997503E-7414-45DF-B988-6709560FC744}"/>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Footer Placeholder 4">
            <a:extLst>
              <a:ext uri="{FF2B5EF4-FFF2-40B4-BE49-F238E27FC236}">
                <a16:creationId xmlns:a16="http://schemas.microsoft.com/office/drawing/2014/main" id="{47807473-1293-4173-A3E8-9B71FA83C7D0}"/>
              </a:ext>
            </a:extLst>
          </p:cNvPr>
          <p:cNvSpPr>
            <a:spLocks noGrp="1"/>
          </p:cNvSpPr>
          <p:nvPr>
            <p:ph type="ftr" sz="quarter" idx="10"/>
          </p:nvPr>
        </p:nvSpPr>
        <p:spPr/>
        <p:txBody>
          <a:bodyPr/>
          <a:lstStyle>
            <a:lvl1pPr>
              <a:defRPr>
                <a:solidFill>
                  <a:schemeClr val="bg1"/>
                </a:solidFill>
              </a:defRPr>
            </a:lvl1pPr>
          </a:lstStyle>
          <a:p>
            <a:endParaRPr lang="en-GB" dirty="0"/>
          </a:p>
        </p:txBody>
      </p:sp>
      <p:sp>
        <p:nvSpPr>
          <p:cNvPr id="8" name="Slide Number Placeholder 7">
            <a:extLst>
              <a:ext uri="{FF2B5EF4-FFF2-40B4-BE49-F238E27FC236}">
                <a16:creationId xmlns:a16="http://schemas.microsoft.com/office/drawing/2014/main" id="{8663824D-3A0C-4385-8A61-535EFB328456}"/>
              </a:ext>
            </a:extLst>
          </p:cNvPr>
          <p:cNvSpPr>
            <a:spLocks noGrp="1"/>
          </p:cNvSpPr>
          <p:nvPr>
            <p:ph type="sldNum" sz="quarter" idx="11"/>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CEA20606-C9CD-454E-BC7E-9FB08A3F1D2A}"/>
              </a:ext>
            </a:extLst>
          </p:cNvPr>
          <p:cNvSpPr>
            <a:spLocks noGrp="1"/>
          </p:cNvSpPr>
          <p:nvPr>
            <p:ph type="title"/>
          </p:nvPr>
        </p:nvSpPr>
        <p:spPr/>
        <p:txBody>
          <a:bodyPr/>
          <a:lstStyle>
            <a:lvl1pPr>
              <a:defRPr>
                <a:solidFill>
                  <a:schemeClr val="bg1"/>
                </a:solidFill>
              </a:defRPr>
            </a:lvl1pPr>
          </a:lstStyle>
          <a:p>
            <a:r>
              <a:rPr lang="it-IT"/>
              <a:t>Fare clic per modificare lo stile del titolo dello schema</a:t>
            </a:r>
            <a:endParaRPr lang="en-GB"/>
          </a:p>
        </p:txBody>
      </p:sp>
      <p:sp>
        <p:nvSpPr>
          <p:cNvPr id="9" name="Freeform 5">
            <a:extLst>
              <a:ext uri="{FF2B5EF4-FFF2-40B4-BE49-F238E27FC236}">
                <a16:creationId xmlns:a16="http://schemas.microsoft.com/office/drawing/2014/main" id="{C5F326E1-E0C4-413E-9043-BE1191AEEA26}"/>
              </a:ext>
            </a:extLst>
          </p:cNvPr>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8294522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ing only dark 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997503E-7414-45DF-B988-6709560FC744}"/>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en-GB" dirty="0" err="1"/>
          </a:p>
        </p:txBody>
      </p:sp>
      <p:sp>
        <p:nvSpPr>
          <p:cNvPr id="7" name="Text Placeholder 3"/>
          <p:cNvSpPr>
            <a:spLocks noGrp="1"/>
          </p:cNvSpPr>
          <p:nvPr>
            <p:ph type="body" sz="half" idx="2"/>
          </p:nvPr>
        </p:nvSpPr>
        <p:spPr>
          <a:xfrm>
            <a:off x="373856" y="23019"/>
            <a:ext cx="5722144" cy="390215"/>
          </a:xfrm>
          <a:prstGeom prst="rect">
            <a:avLst/>
          </a:prstGeom>
        </p:spPr>
        <p:txBody>
          <a:bodyPr anchor="b" anchorCtr="0"/>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Footer Placeholder 4">
            <a:extLst>
              <a:ext uri="{FF2B5EF4-FFF2-40B4-BE49-F238E27FC236}">
                <a16:creationId xmlns:a16="http://schemas.microsoft.com/office/drawing/2014/main" id="{47807473-1293-4173-A3E8-9B71FA83C7D0}"/>
              </a:ext>
            </a:extLst>
          </p:cNvPr>
          <p:cNvSpPr>
            <a:spLocks noGrp="1"/>
          </p:cNvSpPr>
          <p:nvPr>
            <p:ph type="ftr" sz="quarter" idx="10"/>
          </p:nvPr>
        </p:nvSpPr>
        <p:spPr/>
        <p:txBody>
          <a:bodyPr/>
          <a:lstStyle>
            <a:lvl1pPr>
              <a:defRPr>
                <a:solidFill>
                  <a:schemeClr val="bg1"/>
                </a:solidFill>
              </a:defRPr>
            </a:lvl1pPr>
          </a:lstStyle>
          <a:p>
            <a:endParaRPr lang="en-GB" dirty="0"/>
          </a:p>
        </p:txBody>
      </p:sp>
      <p:sp>
        <p:nvSpPr>
          <p:cNvPr id="8" name="Slide Number Placeholder 7">
            <a:extLst>
              <a:ext uri="{FF2B5EF4-FFF2-40B4-BE49-F238E27FC236}">
                <a16:creationId xmlns:a16="http://schemas.microsoft.com/office/drawing/2014/main" id="{8663824D-3A0C-4385-8A61-535EFB328456}"/>
              </a:ext>
            </a:extLst>
          </p:cNvPr>
          <p:cNvSpPr>
            <a:spLocks noGrp="1"/>
          </p:cNvSpPr>
          <p:nvPr>
            <p:ph type="sldNum" sz="quarter" idx="11"/>
          </p:nvPr>
        </p:nvSpPr>
        <p:spPr/>
        <p:txBody>
          <a:bodyPr/>
          <a:lstStyle>
            <a:lvl1pPr>
              <a:defRPr>
                <a:solidFill>
                  <a:schemeClr val="bg1"/>
                </a:solidFill>
              </a:defRPr>
            </a:lvl1pPr>
          </a:lstStyle>
          <a:p>
            <a:fld id="{09471650-AE8C-4F0A-9990-7EAE6F8DE484}" type="slidenum">
              <a:rPr lang="en-GB" smtClean="0"/>
              <a:pPr/>
              <a:t>‹#›</a:t>
            </a:fld>
            <a:endParaRPr lang="en-GB" dirty="0"/>
          </a:p>
        </p:txBody>
      </p:sp>
      <p:sp>
        <p:nvSpPr>
          <p:cNvPr id="3" name="Title 2">
            <a:extLst>
              <a:ext uri="{FF2B5EF4-FFF2-40B4-BE49-F238E27FC236}">
                <a16:creationId xmlns:a16="http://schemas.microsoft.com/office/drawing/2014/main" id="{CEA20606-C9CD-454E-BC7E-9FB08A3F1D2A}"/>
              </a:ext>
            </a:extLst>
          </p:cNvPr>
          <p:cNvSpPr>
            <a:spLocks noGrp="1"/>
          </p:cNvSpPr>
          <p:nvPr>
            <p:ph type="title"/>
          </p:nvPr>
        </p:nvSpPr>
        <p:spPr/>
        <p:txBody>
          <a:bodyPr/>
          <a:lstStyle>
            <a:lvl1pPr>
              <a:defRPr>
                <a:solidFill>
                  <a:schemeClr val="bg1"/>
                </a:solidFill>
              </a:defRPr>
            </a:lvl1pPr>
          </a:lstStyle>
          <a:p>
            <a:r>
              <a:rPr lang="it-IT"/>
              <a:t>Fare clic per modificare lo stile del titolo dello schema</a:t>
            </a:r>
            <a:endParaRPr lang="en-GB"/>
          </a:p>
        </p:txBody>
      </p:sp>
      <p:sp>
        <p:nvSpPr>
          <p:cNvPr id="9" name="Freeform 5">
            <a:extLst>
              <a:ext uri="{FF2B5EF4-FFF2-40B4-BE49-F238E27FC236}">
                <a16:creationId xmlns:a16="http://schemas.microsoft.com/office/drawing/2014/main" id="{C5F326E1-E0C4-413E-9043-BE1191AEEA26}"/>
              </a:ext>
            </a:extLst>
          </p:cNvPr>
          <p:cNvSpPr>
            <a:spLocks noChangeAspect="1"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42031268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Last slide">
    <p:bg>
      <p:bgRef idx="1001">
        <a:schemeClr val="bg2"/>
      </p:bgRef>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FD95EC8F-14CD-4651-E39D-B4CDDF439B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306000" y="2752645"/>
            <a:ext cx="5580000" cy="1534682"/>
          </a:xfrm>
          <a:prstGeom prst="rect">
            <a:avLst/>
          </a:prstGeom>
        </p:spPr>
      </p:pic>
    </p:spTree>
    <p:extLst>
      <p:ext uri="{BB962C8B-B14F-4D97-AF65-F5344CB8AC3E}">
        <p14:creationId xmlns:p14="http://schemas.microsoft.com/office/powerpoint/2010/main" val="1802296015"/>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4833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hidden="1"/>
          <p:cNvPicPr>
            <a:picLocks noChangeAspect="1"/>
          </p:cNvPicPr>
          <p:nvPr userDrawn="1"/>
        </p:nvPicPr>
        <p:blipFill>
          <a:blip r:embed="rId32" cstate="email">
            <a:extLst>
              <a:ext uri="{28A0092B-C50C-407E-A947-70E740481C1C}">
                <a14:useLocalDpi xmlns:a14="http://schemas.microsoft.com/office/drawing/2010/main" val="0"/>
              </a:ext>
            </a:extLst>
          </a:blip>
          <a:stretch>
            <a:fillRect/>
          </a:stretch>
        </p:blipFill>
        <p:spPr>
          <a:xfrm>
            <a:off x="12566" y="0"/>
            <a:ext cx="12193720" cy="6858000"/>
          </a:xfrm>
          <a:prstGeom prst="rect">
            <a:avLst/>
          </a:prstGeom>
        </p:spPr>
      </p:pic>
      <p:sp>
        <p:nvSpPr>
          <p:cNvPr id="2" name="Title Placeholder 1"/>
          <p:cNvSpPr>
            <a:spLocks noGrp="1"/>
          </p:cNvSpPr>
          <p:nvPr>
            <p:ph type="title"/>
          </p:nvPr>
        </p:nvSpPr>
        <p:spPr>
          <a:xfrm>
            <a:off x="371474" y="444483"/>
            <a:ext cx="9787991" cy="815991"/>
          </a:xfrm>
          <a:prstGeom prst="rect">
            <a:avLst/>
          </a:prstGeom>
        </p:spPr>
        <p:txBody>
          <a:bodyPr vert="horz" lIns="0" tIns="0" rIns="0" bIns="0" rtlCol="0" anchor="t" anchorCtr="0">
            <a:noAutofit/>
          </a:bodyPr>
          <a:lstStyle/>
          <a:p>
            <a:endParaRPr lang="en-GB" dirty="0"/>
          </a:p>
        </p:txBody>
      </p:sp>
      <p:sp>
        <p:nvSpPr>
          <p:cNvPr id="6" name="Slide Number Placeholder 5"/>
          <p:cNvSpPr>
            <a:spLocks noGrp="1"/>
          </p:cNvSpPr>
          <p:nvPr>
            <p:ph type="sldNum" sz="quarter" idx="4"/>
          </p:nvPr>
        </p:nvSpPr>
        <p:spPr>
          <a:xfrm>
            <a:off x="9083844" y="6592991"/>
            <a:ext cx="2736000" cy="144000"/>
          </a:xfrm>
          <a:prstGeom prst="rect">
            <a:avLst/>
          </a:prstGeom>
        </p:spPr>
        <p:txBody>
          <a:bodyPr vert="horz" lIns="0" tIns="0" rIns="0" bIns="0" rtlCol="0" anchor="ctr">
            <a:noAutofit/>
          </a:bodyPr>
          <a:lstStyle>
            <a:lvl1pPr algn="r">
              <a:defRPr sz="850">
                <a:solidFill>
                  <a:schemeClr val="tx2"/>
                </a:solidFill>
                <a:latin typeface="+mn-lt"/>
              </a:defRPr>
            </a:lvl1pPr>
          </a:lstStyle>
          <a:p>
            <a:fld id="{09471650-AE8C-4F0A-9990-7EAE6F8DE484}" type="slidenum">
              <a:rPr lang="en-GB" smtClean="0"/>
              <a:pPr/>
              <a:t>‹#›</a:t>
            </a:fld>
            <a:endParaRPr lang="en-GB" dirty="0"/>
          </a:p>
        </p:txBody>
      </p:sp>
      <p:sp>
        <p:nvSpPr>
          <p:cNvPr id="9" name="Freeform 5"/>
          <p:cNvSpPr>
            <a:spLocks noEditPoints="1"/>
          </p:cNvSpPr>
          <p:nvPr userDrawn="1"/>
        </p:nvSpPr>
        <p:spPr bwMode="auto">
          <a:xfrm>
            <a:off x="11424285" y="379413"/>
            <a:ext cx="384175" cy="384175"/>
          </a:xfrm>
          <a:custGeom>
            <a:avLst/>
            <a:gdLst>
              <a:gd name="T0" fmla="*/ 0 w 4774"/>
              <a:gd name="T1" fmla="*/ 4774 h 4774"/>
              <a:gd name="T2" fmla="*/ 4774 w 4774"/>
              <a:gd name="T3" fmla="*/ 4774 h 4774"/>
              <a:gd name="T4" fmla="*/ 4774 w 4774"/>
              <a:gd name="T5" fmla="*/ 0 h 4774"/>
              <a:gd name="T6" fmla="*/ 0 w 4774"/>
              <a:gd name="T7" fmla="*/ 0 h 4774"/>
              <a:gd name="T8" fmla="*/ 0 w 4774"/>
              <a:gd name="T9" fmla="*/ 4774 h 4774"/>
              <a:gd name="T10" fmla="*/ 3060 w 4774"/>
              <a:gd name="T11" fmla="*/ 365 h 4774"/>
              <a:gd name="T12" fmla="*/ 4516 w 4774"/>
              <a:gd name="T13" fmla="*/ 2386 h 4774"/>
              <a:gd name="T14" fmla="*/ 3060 w 4774"/>
              <a:gd name="T15" fmla="*/ 4409 h 4774"/>
              <a:gd name="T16" fmla="*/ 3060 w 4774"/>
              <a:gd name="T17" fmla="*/ 365 h 4774"/>
              <a:gd name="T18" fmla="*/ 2386 w 4774"/>
              <a:gd name="T19" fmla="*/ 257 h 4774"/>
              <a:gd name="T20" fmla="*/ 2836 w 4774"/>
              <a:gd name="T21" fmla="*/ 304 h 4774"/>
              <a:gd name="T22" fmla="*/ 711 w 4774"/>
              <a:gd name="T23" fmla="*/ 2275 h 4774"/>
              <a:gd name="T24" fmla="*/ 259 w 4774"/>
              <a:gd name="T25" fmla="*/ 2275 h 4774"/>
              <a:gd name="T26" fmla="*/ 2386 w 4774"/>
              <a:gd name="T27" fmla="*/ 257 h 4774"/>
              <a:gd name="T28" fmla="*/ 711 w 4774"/>
              <a:gd name="T29" fmla="*/ 2501 h 4774"/>
              <a:gd name="T30" fmla="*/ 2836 w 4774"/>
              <a:gd name="T31" fmla="*/ 4470 h 4774"/>
              <a:gd name="T32" fmla="*/ 2386 w 4774"/>
              <a:gd name="T33" fmla="*/ 4518 h 4774"/>
              <a:gd name="T34" fmla="*/ 259 w 4774"/>
              <a:gd name="T35" fmla="*/ 2501 h 4774"/>
              <a:gd name="T36" fmla="*/ 711 w 4774"/>
              <a:gd name="T37" fmla="*/ 2501 h 4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74" h="4774">
                <a:moveTo>
                  <a:pt x="0" y="4774"/>
                </a:moveTo>
                <a:cubicBezTo>
                  <a:pt x="4774" y="4774"/>
                  <a:pt x="4774" y="4774"/>
                  <a:pt x="4774" y="4774"/>
                </a:cubicBezTo>
                <a:cubicBezTo>
                  <a:pt x="4774" y="0"/>
                  <a:pt x="4774" y="0"/>
                  <a:pt x="4774" y="0"/>
                </a:cubicBezTo>
                <a:cubicBezTo>
                  <a:pt x="0" y="0"/>
                  <a:pt x="0" y="0"/>
                  <a:pt x="0" y="0"/>
                </a:cubicBezTo>
                <a:lnTo>
                  <a:pt x="0" y="4774"/>
                </a:lnTo>
                <a:close/>
                <a:moveTo>
                  <a:pt x="3060" y="365"/>
                </a:moveTo>
                <a:cubicBezTo>
                  <a:pt x="3904" y="641"/>
                  <a:pt x="4513" y="1441"/>
                  <a:pt x="4516" y="2386"/>
                </a:cubicBezTo>
                <a:cubicBezTo>
                  <a:pt x="4518" y="3316"/>
                  <a:pt x="3921" y="4114"/>
                  <a:pt x="3060" y="4409"/>
                </a:cubicBezTo>
                <a:lnTo>
                  <a:pt x="3060" y="365"/>
                </a:lnTo>
                <a:close/>
                <a:moveTo>
                  <a:pt x="2386" y="257"/>
                </a:moveTo>
                <a:cubicBezTo>
                  <a:pt x="2539" y="257"/>
                  <a:pt x="2701" y="277"/>
                  <a:pt x="2836" y="304"/>
                </a:cubicBezTo>
                <a:cubicBezTo>
                  <a:pt x="2836" y="1385"/>
                  <a:pt x="1790" y="2275"/>
                  <a:pt x="711" y="2275"/>
                </a:cubicBezTo>
                <a:cubicBezTo>
                  <a:pt x="259" y="2275"/>
                  <a:pt x="259" y="2275"/>
                  <a:pt x="259" y="2275"/>
                </a:cubicBezTo>
                <a:cubicBezTo>
                  <a:pt x="333" y="1166"/>
                  <a:pt x="1251" y="257"/>
                  <a:pt x="2386" y="257"/>
                </a:cubicBezTo>
                <a:moveTo>
                  <a:pt x="711" y="2501"/>
                </a:moveTo>
                <a:cubicBezTo>
                  <a:pt x="1791" y="2501"/>
                  <a:pt x="2836" y="3390"/>
                  <a:pt x="2836" y="4470"/>
                </a:cubicBezTo>
                <a:cubicBezTo>
                  <a:pt x="2701" y="4498"/>
                  <a:pt x="2531" y="4518"/>
                  <a:pt x="2386" y="4518"/>
                </a:cubicBezTo>
                <a:cubicBezTo>
                  <a:pt x="1250" y="4517"/>
                  <a:pt x="302" y="3604"/>
                  <a:pt x="259" y="2501"/>
                </a:cubicBezTo>
                <a:lnTo>
                  <a:pt x="711" y="250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sp>
        <p:nvSpPr>
          <p:cNvPr id="7" name="Footer Placeholder 6">
            <a:extLst>
              <a:ext uri="{FF2B5EF4-FFF2-40B4-BE49-F238E27FC236}">
                <a16:creationId xmlns:a16="http://schemas.microsoft.com/office/drawing/2014/main" id="{AD5222E4-0015-48F8-B91C-A7AF60FA246E}"/>
              </a:ext>
            </a:extLst>
          </p:cNvPr>
          <p:cNvSpPr>
            <a:spLocks noGrp="1"/>
          </p:cNvSpPr>
          <p:nvPr>
            <p:ph type="ftr" sz="quarter" idx="3"/>
          </p:nvPr>
        </p:nvSpPr>
        <p:spPr>
          <a:xfrm>
            <a:off x="377994" y="6592992"/>
            <a:ext cx="2736000" cy="150250"/>
          </a:xfrm>
          <a:prstGeom prst="rect">
            <a:avLst/>
          </a:prstGeom>
        </p:spPr>
        <p:txBody>
          <a:bodyPr vert="horz" lIns="0" tIns="45720" rIns="91440" bIns="45720" rtlCol="0" anchor="ctr"/>
          <a:lstStyle>
            <a:lvl1pPr algn="l">
              <a:defRPr sz="850">
                <a:solidFill>
                  <a:schemeClr val="tx2"/>
                </a:solidFill>
                <a:latin typeface="+mn-lt"/>
              </a:defRPr>
            </a:lvl1pPr>
          </a:lstStyle>
          <a:p>
            <a:endParaRPr lang="en-GB" dirty="0"/>
          </a:p>
        </p:txBody>
      </p:sp>
      <p:sp>
        <p:nvSpPr>
          <p:cNvPr id="8" name="Text Placeholder 7">
            <a:extLst>
              <a:ext uri="{FF2B5EF4-FFF2-40B4-BE49-F238E27FC236}">
                <a16:creationId xmlns:a16="http://schemas.microsoft.com/office/drawing/2014/main" id="{8C553EBE-1727-4705-8E4C-A6A1EF4401D5}"/>
              </a:ext>
            </a:extLst>
          </p:cNvPr>
          <p:cNvSpPr>
            <a:spLocks noGrp="1"/>
          </p:cNvSpPr>
          <p:nvPr>
            <p:ph type="body" idx="1"/>
          </p:nvPr>
        </p:nvSpPr>
        <p:spPr>
          <a:xfrm>
            <a:off x="371474" y="1335268"/>
            <a:ext cx="10515600" cy="4351338"/>
          </a:xfrm>
          <a:prstGeom prst="rect">
            <a:avLst/>
          </a:prstGeom>
        </p:spPr>
        <p:txBody>
          <a:bodyPr vert="horz" lIns="0" tIns="45720" rIns="91440" bIns="45720" rtlCol="0">
            <a:no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dirty="0"/>
          </a:p>
        </p:txBody>
      </p:sp>
      <p:sp>
        <p:nvSpPr>
          <p:cNvPr id="3" name="MSIPCMContentMarking" descr="{&quot;HashCode&quot;:-1220536117,&quot;Placement&quot;:&quot;Footer&quot;,&quot;Top&quot;:522.0343,&quot;Left&quot;:0.0,&quot;SlideWidth&quot;:960,&quot;SlideHeight&quot;:540}"/>
          <p:cNvSpPr txBox="1"/>
          <p:nvPr userDrawn="1"/>
        </p:nvSpPr>
        <p:spPr>
          <a:xfrm>
            <a:off x="0" y="6629836"/>
            <a:ext cx="1098097" cy="228163"/>
          </a:xfrm>
          <a:prstGeom prst="rect">
            <a:avLst/>
          </a:prstGeom>
          <a:noFill/>
        </p:spPr>
        <p:txBody>
          <a:bodyPr vert="horz" wrap="square" lIns="0" tIns="0" rIns="0" bIns="0" rtlCol="0" anchor="ctr" anchorCtr="1">
            <a:spAutoFit/>
          </a:bodyPr>
          <a:lstStyle/>
          <a:p>
            <a:pPr algn="l">
              <a:spcBef>
                <a:spcPts val="0"/>
              </a:spcBef>
              <a:spcAft>
                <a:spcPts val="0"/>
              </a:spcAft>
            </a:pPr>
            <a:r>
              <a:rPr lang="sv-SE" sz="800">
                <a:solidFill>
                  <a:srgbClr val="000000"/>
                </a:solidFill>
                <a:latin typeface="Calibri" panose="020F0502020204030204" pitchFamily="34" charset="0"/>
              </a:rPr>
              <a:t>Classified as Internal</a:t>
            </a:r>
          </a:p>
        </p:txBody>
      </p:sp>
    </p:spTree>
    <p:extLst>
      <p:ext uri="{BB962C8B-B14F-4D97-AF65-F5344CB8AC3E}">
        <p14:creationId xmlns:p14="http://schemas.microsoft.com/office/powerpoint/2010/main" val="221528572"/>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93" r:id="rId3"/>
    <p:sldLayoutId id="2147483694" r:id="rId4"/>
    <p:sldLayoutId id="2147483695" r:id="rId5"/>
    <p:sldLayoutId id="2147483696" r:id="rId6"/>
    <p:sldLayoutId id="2147483697" r:id="rId7"/>
    <p:sldLayoutId id="2147483698" r:id="rId8"/>
    <p:sldLayoutId id="2147483680" r:id="rId9"/>
    <p:sldLayoutId id="2147483681" r:id="rId10"/>
    <p:sldLayoutId id="2147483666" r:id="rId11"/>
    <p:sldLayoutId id="2147483682" r:id="rId12"/>
    <p:sldLayoutId id="2147483673" r:id="rId13"/>
    <p:sldLayoutId id="2147483667" r:id="rId14"/>
    <p:sldLayoutId id="2147483670" r:id="rId15"/>
    <p:sldLayoutId id="2147483671" r:id="rId16"/>
    <p:sldLayoutId id="2147483651" r:id="rId17"/>
    <p:sldLayoutId id="2147483700" r:id="rId18"/>
    <p:sldLayoutId id="2147483704" r:id="rId19"/>
    <p:sldLayoutId id="2147483686" r:id="rId20"/>
    <p:sldLayoutId id="2147483668" r:id="rId21"/>
    <p:sldLayoutId id="2147483672" r:id="rId22"/>
    <p:sldLayoutId id="2147483669" r:id="rId23"/>
    <p:sldLayoutId id="2147483699" r:id="rId24"/>
    <p:sldLayoutId id="2147483687" r:id="rId25"/>
    <p:sldLayoutId id="2147483703" r:id="rId26"/>
    <p:sldLayoutId id="2147483702" r:id="rId27"/>
    <p:sldLayoutId id="2147483691" r:id="rId28"/>
    <p:sldLayoutId id="2147483678" r:id="rId29"/>
    <p:sldLayoutId id="2147483705" r:id="rId30"/>
  </p:sldLayoutIdLst>
  <p:hf hdr="0"/>
  <p:txStyles>
    <p:titleStyle>
      <a:lvl1pPr algn="l" defTabSz="914400" rtl="0" eaLnBrk="1" latinLnBrk="0" hangingPunct="1">
        <a:lnSpc>
          <a:spcPct val="90000"/>
        </a:lnSpc>
        <a:spcBef>
          <a:spcPct val="0"/>
        </a:spcBef>
        <a:buNone/>
        <a:defRPr sz="3000" kern="1200" baseline="0">
          <a:solidFill>
            <a:schemeClr val="tx2"/>
          </a:solidFill>
          <a:latin typeface="+mj-lt"/>
          <a:ea typeface="+mj-ea"/>
          <a:cs typeface="+mj-cs"/>
        </a:defRPr>
      </a:lvl1pPr>
    </p:titleStyle>
    <p:bodyStyle>
      <a:lvl1pPr marL="177800" indent="-177800" algn="l" defTabSz="914400" rtl="0" eaLnBrk="1" latinLnBrk="0" hangingPunct="1">
        <a:lnSpc>
          <a:spcPct val="90000"/>
        </a:lnSpc>
        <a:spcBef>
          <a:spcPts val="900"/>
        </a:spcBef>
        <a:buFont typeface="Arial" panose="020B0604020202020204" pitchFamily="34" charset="0"/>
        <a:buChar char="•"/>
        <a:defRPr sz="2000" kern="1200">
          <a:solidFill>
            <a:schemeClr val="tx2"/>
          </a:solidFill>
          <a:latin typeface="+mn-lt"/>
          <a:ea typeface="+mn-ea"/>
          <a:cs typeface="+mn-cs"/>
        </a:defRPr>
      </a:lvl1pPr>
      <a:lvl2pPr marL="449263" indent="-271463" algn="l" defTabSz="914400" rtl="0" eaLnBrk="1" latinLnBrk="0" hangingPunct="1">
        <a:lnSpc>
          <a:spcPct val="90000"/>
        </a:lnSpc>
        <a:spcBef>
          <a:spcPts val="900"/>
        </a:spcBef>
        <a:buFont typeface="Electrolux Sans Regular" panose="020B0500020000000000" pitchFamily="34" charset="0"/>
        <a:buChar char="—"/>
        <a:defRPr sz="1800" kern="1200">
          <a:solidFill>
            <a:schemeClr val="tx2"/>
          </a:solidFill>
          <a:latin typeface="+mn-lt"/>
          <a:ea typeface="+mn-ea"/>
          <a:cs typeface="+mn-cs"/>
        </a:defRPr>
      </a:lvl2pPr>
      <a:lvl3pPr marL="627063" indent="-177800" algn="l" defTabSz="914400" rtl="0" eaLnBrk="1" latinLnBrk="0" hangingPunct="1">
        <a:lnSpc>
          <a:spcPct val="90000"/>
        </a:lnSpc>
        <a:spcBef>
          <a:spcPts val="900"/>
        </a:spcBef>
        <a:buFont typeface="Arial" panose="020B0604020202020204" pitchFamily="34" charset="0"/>
        <a:buChar char="•"/>
        <a:defRPr sz="1600" kern="1200">
          <a:solidFill>
            <a:schemeClr val="tx2"/>
          </a:solidFill>
          <a:latin typeface="+mn-lt"/>
          <a:ea typeface="+mn-ea"/>
          <a:cs typeface="+mn-cs"/>
        </a:defRPr>
      </a:lvl3pPr>
      <a:lvl4pPr marL="895350" indent="-268288" algn="l" defTabSz="914400" rtl="0" eaLnBrk="1" latinLnBrk="0" hangingPunct="1">
        <a:lnSpc>
          <a:spcPct val="90000"/>
        </a:lnSpc>
        <a:spcBef>
          <a:spcPts val="900"/>
        </a:spcBef>
        <a:buFont typeface="Electrolux Sans Regular" panose="020B0500020000000000" pitchFamily="34" charset="0"/>
        <a:buChar char="—"/>
        <a:defRPr sz="1600" kern="1200">
          <a:solidFill>
            <a:schemeClr val="tx2"/>
          </a:solidFill>
          <a:latin typeface="Electrolux Sans Regular" panose="020B0500020000000000" pitchFamily="34" charset="0"/>
          <a:ea typeface="+mn-ea"/>
          <a:cs typeface="+mn-cs"/>
        </a:defRPr>
      </a:lvl4pPr>
      <a:lvl5pPr marL="1077913" indent="-182563" algn="l" defTabSz="914400" rtl="0" eaLnBrk="1" latinLnBrk="0" hangingPunct="1">
        <a:lnSpc>
          <a:spcPct val="90000"/>
        </a:lnSpc>
        <a:spcBef>
          <a:spcPts val="900"/>
        </a:spcBef>
        <a:buFont typeface="Arial" panose="020B0604020202020204" pitchFamily="34" charset="0"/>
        <a:buChar char="•"/>
        <a:defRPr sz="1600" kern="1200">
          <a:solidFill>
            <a:schemeClr val="tx2"/>
          </a:solidFill>
          <a:latin typeface="Electrolux Sans Regular" panose="020B0500020000000000" pitchFamily="34" charset="0"/>
          <a:ea typeface="+mn-ea"/>
          <a:cs typeface="+mn-cs"/>
        </a:defRPr>
      </a:lvl5pPr>
      <a:lvl6pPr marL="628650" indent="-182563" algn="l" defTabSz="914400" rtl="0" eaLnBrk="1" latinLnBrk="0" hangingPunct="1">
        <a:lnSpc>
          <a:spcPct val="90000"/>
        </a:lnSpc>
        <a:spcBef>
          <a:spcPts val="900"/>
        </a:spcBef>
        <a:buFont typeface="Arial" panose="020B0604020202020204" pitchFamily="34" charset="0"/>
        <a:buChar char="•"/>
        <a:defRPr sz="1800" kern="1200">
          <a:solidFill>
            <a:schemeClr val="tx1"/>
          </a:solidFill>
          <a:latin typeface="+mn-lt"/>
          <a:ea typeface="+mn-ea"/>
          <a:cs typeface="+mn-cs"/>
        </a:defRPr>
      </a:lvl6pPr>
      <a:lvl7pPr marL="898525" indent="-269875" algn="l" defTabSz="914400" rtl="0" eaLnBrk="1" latinLnBrk="0" hangingPunct="1">
        <a:lnSpc>
          <a:spcPct val="90000"/>
        </a:lnSpc>
        <a:spcBef>
          <a:spcPts val="900"/>
        </a:spcBef>
        <a:buFont typeface="Electrolux Sans Regular" panose="020B0500020000000000" pitchFamily="34" charset="0"/>
        <a:buChar char="—"/>
        <a:defRPr sz="1800" kern="1200">
          <a:solidFill>
            <a:schemeClr val="tx1"/>
          </a:solidFill>
          <a:latin typeface="+mn-lt"/>
          <a:ea typeface="+mn-ea"/>
          <a:cs typeface="+mn-cs"/>
        </a:defRPr>
      </a:lvl7pPr>
      <a:lvl8pPr marL="1166813" indent="-268288" algn="l" defTabSz="914400" rtl="0" eaLnBrk="1" latinLnBrk="0" hangingPunct="1">
        <a:lnSpc>
          <a:spcPct val="90000"/>
        </a:lnSpc>
        <a:spcBef>
          <a:spcPts val="9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guide id="3" orient="horz" pos="4073" userDrawn="1">
          <p15:clr>
            <a:srgbClr val="F26B43"/>
          </p15:clr>
        </p15:guide>
        <p15:guide id="4" pos="234" userDrawn="1">
          <p15:clr>
            <a:srgbClr val="F26B43"/>
          </p15:clr>
        </p15:guide>
        <p15:guide id="5" pos="7446" userDrawn="1">
          <p15:clr>
            <a:srgbClr val="F26B43"/>
          </p15:clr>
        </p15:guide>
        <p15:guide id="7" orient="horz" pos="794" userDrawn="1">
          <p15:clr>
            <a:srgbClr val="F26B43"/>
          </p15:clr>
        </p15:guide>
        <p15:guide id="9" orient="horz" pos="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11.xml"/><Relationship Id="rId4" Type="http://schemas.openxmlformats.org/officeDocument/2006/relationships/image" Target="../media/image23.svg"/></Relationships>
</file>

<file path=ppt/slides/_rels/slide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11.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svg"/><Relationship Id="rId1" Type="http://schemas.openxmlformats.org/officeDocument/2006/relationships/slideLayout" Target="../slideLayouts/slideLayout11.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6.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slideLayout" Target="../slideLayouts/slideLayout11.xml"/><Relationship Id="rId5" Type="http://schemas.openxmlformats.org/officeDocument/2006/relationships/image" Target="../media/image37.svg"/><Relationship Id="rId4" Type="http://schemas.openxmlformats.org/officeDocument/2006/relationships/image" Target="../media/image36.svg"/></Relationships>
</file>

<file path=ppt/slides/_rels/slide7.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38.png"/><Relationship Id="rId7" Type="http://schemas.openxmlformats.org/officeDocument/2006/relationships/image" Target="../media/image42.svg"/><Relationship Id="rId2" Type="http://schemas.openxmlformats.org/officeDocument/2006/relationships/image" Target="../media/image37.svg"/><Relationship Id="rId1" Type="http://schemas.openxmlformats.org/officeDocument/2006/relationships/slideLayout" Target="../slideLayouts/slideLayout11.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39.svg"/></Relationships>
</file>

<file path=ppt/slides/_rels/slide8.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44.sv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45.png"/><Relationship Id="rId1" Type="http://schemas.openxmlformats.org/officeDocument/2006/relationships/slideLayout" Target="../slideLayouts/slideLayout11.xml"/><Relationship Id="rId6" Type="http://schemas.openxmlformats.org/officeDocument/2006/relationships/image" Target="../media/image46.svg"/><Relationship Id="rId5" Type="http://schemas.openxmlformats.org/officeDocument/2006/relationships/image" Target="../media/image31.svg"/><Relationship Id="rId4" Type="http://schemas.openxmlformats.org/officeDocument/2006/relationships/image" Target="../media/image30.svg"/></Relationships>
</file>

<file path=ppt/slides/_rels/slide12.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notesSlide" Target="../notesSlides/notesSlide1.xml"/><Relationship Id="rId1" Type="http://schemas.openxmlformats.org/officeDocument/2006/relationships/slideLayout" Target="../slideLayouts/slideLayout30.xml"/><Relationship Id="rId6" Type="http://schemas.openxmlformats.org/officeDocument/2006/relationships/image" Target="../media/image50.png"/><Relationship Id="rId5" Type="http://schemas.openxmlformats.org/officeDocument/2006/relationships/image" Target="../media/image49.svg"/><Relationship Id="rId4" Type="http://schemas.openxmlformats.org/officeDocument/2006/relationships/image" Target="../media/image48.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5005E-6A4E-CCAA-BFD1-1C7D955BD7BB}"/>
              </a:ext>
            </a:extLst>
          </p:cNvPr>
          <p:cNvSpPr>
            <a:spLocks noGrp="1"/>
          </p:cNvSpPr>
          <p:nvPr>
            <p:ph type="ctrTitle"/>
          </p:nvPr>
        </p:nvSpPr>
        <p:spPr/>
        <p:txBody>
          <a:bodyPr/>
          <a:lstStyle/>
          <a:p>
            <a:r>
              <a:rPr lang="en-GB" dirty="0"/>
              <a:t>Bosch dishwashers:</a:t>
            </a:r>
            <a:br>
              <a:rPr lang="en-GB" dirty="0"/>
            </a:br>
            <a:r>
              <a:rPr lang="en-GB" dirty="0"/>
              <a:t>models and reviews analysis</a:t>
            </a:r>
          </a:p>
        </p:txBody>
      </p:sp>
      <p:sp>
        <p:nvSpPr>
          <p:cNvPr id="3" name="Subtitle 2">
            <a:extLst>
              <a:ext uri="{FF2B5EF4-FFF2-40B4-BE49-F238E27FC236}">
                <a16:creationId xmlns:a16="http://schemas.microsoft.com/office/drawing/2014/main" id="{EB366346-389C-D48B-8951-80A8BDA9DDA9}"/>
              </a:ext>
            </a:extLst>
          </p:cNvPr>
          <p:cNvSpPr>
            <a:spLocks noGrp="1"/>
          </p:cNvSpPr>
          <p:nvPr>
            <p:ph type="subTitle" idx="1"/>
          </p:nvPr>
        </p:nvSpPr>
        <p:spPr>
          <a:xfrm>
            <a:off x="373857" y="5852562"/>
            <a:ext cx="9311319" cy="318549"/>
          </a:xfrm>
        </p:spPr>
        <p:txBody>
          <a:bodyPr/>
          <a:lstStyle/>
          <a:p>
            <a:r>
              <a:rPr lang="en-GB" dirty="0"/>
              <a:t>Dario Savaresi,</a:t>
            </a:r>
          </a:p>
          <a:p>
            <a:r>
              <a:rPr lang="en-GB" sz="1800" dirty="0"/>
              <a:t>AIDA for Business Master, University of Milan – Bicocca, July 2026</a:t>
            </a:r>
          </a:p>
        </p:txBody>
      </p:sp>
    </p:spTree>
    <p:extLst>
      <p:ext uri="{BB962C8B-B14F-4D97-AF65-F5344CB8AC3E}">
        <p14:creationId xmlns:p14="http://schemas.microsoft.com/office/powerpoint/2010/main" val="1836135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598F7C0-BF4E-FFCB-E064-567F4914C55D}"/>
              </a:ext>
            </a:extLst>
          </p:cNvPr>
          <p:cNvSpPr>
            <a:spLocks noGrp="1"/>
          </p:cNvSpPr>
          <p:nvPr>
            <p:ph type="body" sz="half" idx="2"/>
          </p:nvPr>
        </p:nvSpPr>
        <p:spPr/>
        <p:txBody>
          <a:bodyPr/>
          <a:lstStyle/>
          <a:p>
            <a:endParaRPr lang="sv-SE"/>
          </a:p>
        </p:txBody>
      </p:sp>
      <p:sp>
        <p:nvSpPr>
          <p:cNvPr id="4" name="Title 3">
            <a:extLst>
              <a:ext uri="{FF2B5EF4-FFF2-40B4-BE49-F238E27FC236}">
                <a16:creationId xmlns:a16="http://schemas.microsoft.com/office/drawing/2014/main" id="{36425A38-5148-776F-DB1D-7C6942389F94}"/>
              </a:ext>
            </a:extLst>
          </p:cNvPr>
          <p:cNvSpPr>
            <a:spLocks noGrp="1"/>
          </p:cNvSpPr>
          <p:nvPr>
            <p:ph type="title"/>
          </p:nvPr>
        </p:nvSpPr>
        <p:spPr/>
        <p:txBody>
          <a:bodyPr/>
          <a:lstStyle/>
          <a:p>
            <a:r>
              <a:rPr lang="sv-SE" dirty="0"/>
              <a:t>Motivations</a:t>
            </a:r>
          </a:p>
        </p:txBody>
      </p:sp>
      <p:sp>
        <p:nvSpPr>
          <p:cNvPr id="2" name="Rectangle: Rounded Corners 1">
            <a:extLst>
              <a:ext uri="{FF2B5EF4-FFF2-40B4-BE49-F238E27FC236}">
                <a16:creationId xmlns:a16="http://schemas.microsoft.com/office/drawing/2014/main" id="{54841E7E-C1B4-E4F6-F5A1-3BB0BFE826B4}"/>
              </a:ext>
            </a:extLst>
          </p:cNvPr>
          <p:cNvSpPr/>
          <p:nvPr/>
        </p:nvSpPr>
        <p:spPr>
          <a:xfrm>
            <a:off x="373856" y="1366497"/>
            <a:ext cx="5292208" cy="5047020"/>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7" name="Rectangle: Rounded Corners 6">
            <a:extLst>
              <a:ext uri="{FF2B5EF4-FFF2-40B4-BE49-F238E27FC236}">
                <a16:creationId xmlns:a16="http://schemas.microsoft.com/office/drawing/2014/main" id="{61CE4258-1810-7601-17FE-FF814AD58FF9}"/>
              </a:ext>
            </a:extLst>
          </p:cNvPr>
          <p:cNvSpPr/>
          <p:nvPr/>
        </p:nvSpPr>
        <p:spPr>
          <a:xfrm>
            <a:off x="6525936" y="1366497"/>
            <a:ext cx="5292208" cy="50470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8" name="TextBox 7">
            <a:extLst>
              <a:ext uri="{FF2B5EF4-FFF2-40B4-BE49-F238E27FC236}">
                <a16:creationId xmlns:a16="http://schemas.microsoft.com/office/drawing/2014/main" id="{439C68EE-4169-4A4E-46CC-2439C92FBD3C}"/>
              </a:ext>
            </a:extLst>
          </p:cNvPr>
          <p:cNvSpPr txBox="1"/>
          <p:nvPr/>
        </p:nvSpPr>
        <p:spPr>
          <a:xfrm>
            <a:off x="905070" y="1864196"/>
            <a:ext cx="4114800" cy="3046988"/>
          </a:xfrm>
          <a:prstGeom prst="rect">
            <a:avLst/>
          </a:prstGeom>
          <a:noFill/>
        </p:spPr>
        <p:txBody>
          <a:bodyPr wrap="square" rtlCol="0">
            <a:spAutoFit/>
          </a:bodyPr>
          <a:lstStyle/>
          <a:p>
            <a:pPr marL="285750" indent="-285750">
              <a:buFont typeface="Arial" panose="020B0604020202020204" pitchFamily="34" charset="0"/>
              <a:buChar char="•"/>
            </a:pPr>
            <a:r>
              <a:rPr lang="it-IT" sz="1600" dirty="0">
                <a:solidFill>
                  <a:srgbClr val="041E50"/>
                </a:solidFill>
              </a:rPr>
              <a:t>From a technical standpoint, BSH group represents the state of the art concerning dishwashers, with its  European brands: Bosch, Siemens, and Gaggenau.</a:t>
            </a:r>
          </a:p>
          <a:p>
            <a:pPr marL="285750" indent="-285750">
              <a:buFont typeface="Arial" panose="020B0604020202020204" pitchFamily="34" charset="0"/>
              <a:buChar char="•"/>
            </a:pPr>
            <a:endParaRPr lang="it-IT" sz="1600" dirty="0">
              <a:solidFill>
                <a:srgbClr val="041E50"/>
              </a:solidFill>
            </a:endParaRPr>
          </a:p>
          <a:p>
            <a:pPr marL="285750" indent="-285750">
              <a:buFont typeface="Arial" panose="020B0604020202020204" pitchFamily="34" charset="0"/>
              <a:buChar char="•"/>
            </a:pPr>
            <a:r>
              <a:rPr lang="it-IT" sz="1600" dirty="0">
                <a:solidFill>
                  <a:srgbClr val="041E50"/>
                </a:solidFill>
              </a:rPr>
              <a:t>R&amp;Ds from all competitors study Bosch dishwashers: technology, cycles, ergonomy, …</a:t>
            </a:r>
          </a:p>
          <a:p>
            <a:pPr marL="285750" indent="-285750">
              <a:buFont typeface="Arial" panose="020B0604020202020204" pitchFamily="34" charset="0"/>
              <a:buChar char="•"/>
            </a:pPr>
            <a:endParaRPr lang="it-IT" sz="1600" dirty="0">
              <a:solidFill>
                <a:srgbClr val="041E50"/>
              </a:solidFill>
            </a:endParaRPr>
          </a:p>
          <a:p>
            <a:pPr marL="285750" indent="-285750">
              <a:buFont typeface="Arial" panose="020B0604020202020204" pitchFamily="34" charset="0"/>
              <a:buChar char="•"/>
            </a:pPr>
            <a:r>
              <a:rPr lang="it-IT" sz="1600" dirty="0">
                <a:solidFill>
                  <a:srgbClr val="041E50"/>
                </a:solidFill>
              </a:rPr>
              <a:t>Quality of Bosch appliances is recognized by the most important consumer magazines in Europe:</a:t>
            </a:r>
          </a:p>
        </p:txBody>
      </p:sp>
      <p:pic>
        <p:nvPicPr>
          <p:cNvPr id="10" name="Picture 9" descr="File:Logo der Stiftung Warentest.svg">
            <a:extLst>
              <a:ext uri="{FF2B5EF4-FFF2-40B4-BE49-F238E27FC236}">
                <a16:creationId xmlns:a16="http://schemas.microsoft.com/office/drawing/2014/main" id="{8FB5F715-CEA0-85F1-73CF-E8331982ED0D}"/>
              </a:ext>
            </a:extLst>
          </p:cNvPr>
          <p:cNvPicPr>
            <a:picLocks noChangeAspect="1"/>
          </p:cNvPicPr>
          <p:nvPr/>
        </p:nvPicPr>
        <p:blipFill>
          <a:blip r:embed="rId2"/>
          <a:stretch>
            <a:fillRect/>
          </a:stretch>
        </p:blipFill>
        <p:spPr>
          <a:xfrm>
            <a:off x="905069" y="5012084"/>
            <a:ext cx="1536895" cy="416242"/>
          </a:xfrm>
          <a:prstGeom prst="rect">
            <a:avLst/>
          </a:prstGeom>
        </p:spPr>
      </p:pic>
      <p:pic>
        <p:nvPicPr>
          <p:cNvPr id="12" name="Graphic 11">
            <a:extLst>
              <a:ext uri="{FF2B5EF4-FFF2-40B4-BE49-F238E27FC236}">
                <a16:creationId xmlns:a16="http://schemas.microsoft.com/office/drawing/2014/main" id="{DABA5CD6-1D1B-222E-E008-EBCA6DAA9F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24844" y="5012084"/>
            <a:ext cx="1947423" cy="418941"/>
          </a:xfrm>
          <a:prstGeom prst="rect">
            <a:avLst/>
          </a:prstGeom>
        </p:spPr>
      </p:pic>
      <p:pic>
        <p:nvPicPr>
          <p:cNvPr id="14" name="Picture 13">
            <a:extLst>
              <a:ext uri="{FF2B5EF4-FFF2-40B4-BE49-F238E27FC236}">
                <a16:creationId xmlns:a16="http://schemas.microsoft.com/office/drawing/2014/main" id="{FE105929-BBB3-E26F-8B3F-FD86CE6FFFE7}"/>
              </a:ext>
            </a:extLst>
          </p:cNvPr>
          <p:cNvPicPr>
            <a:picLocks noChangeAspect="1"/>
          </p:cNvPicPr>
          <p:nvPr/>
        </p:nvPicPr>
        <p:blipFill>
          <a:blip r:embed="rId4"/>
          <a:srcRect r="5373" b="25816"/>
          <a:stretch>
            <a:fillRect/>
          </a:stretch>
        </p:blipFill>
        <p:spPr>
          <a:xfrm>
            <a:off x="770784" y="5454449"/>
            <a:ext cx="1805463" cy="664545"/>
          </a:xfrm>
          <a:prstGeom prst="rect">
            <a:avLst/>
          </a:prstGeom>
        </p:spPr>
      </p:pic>
      <p:pic>
        <p:nvPicPr>
          <p:cNvPr id="16" name="Picture 15">
            <a:extLst>
              <a:ext uri="{FF2B5EF4-FFF2-40B4-BE49-F238E27FC236}">
                <a16:creationId xmlns:a16="http://schemas.microsoft.com/office/drawing/2014/main" id="{C9AEDEE3-3EA2-D50F-BCA6-18018AD7D46A}"/>
              </a:ext>
            </a:extLst>
          </p:cNvPr>
          <p:cNvPicPr>
            <a:picLocks noChangeAspect="1"/>
          </p:cNvPicPr>
          <p:nvPr/>
        </p:nvPicPr>
        <p:blipFill>
          <a:blip r:embed="rId5"/>
          <a:stretch/>
        </p:blipFill>
        <p:spPr>
          <a:xfrm>
            <a:off x="2585995" y="5442064"/>
            <a:ext cx="1805463" cy="749455"/>
          </a:xfrm>
          <a:prstGeom prst="rect">
            <a:avLst/>
          </a:prstGeom>
        </p:spPr>
      </p:pic>
      <p:pic>
        <p:nvPicPr>
          <p:cNvPr id="18" name="Picture 17" descr="OCU Digital - App su Google Play">
            <a:extLst>
              <a:ext uri="{FF2B5EF4-FFF2-40B4-BE49-F238E27FC236}">
                <a16:creationId xmlns:a16="http://schemas.microsoft.com/office/drawing/2014/main" id="{C823740A-601C-97E5-3AA7-BD13AAF31A62}"/>
              </a:ext>
            </a:extLst>
          </p:cNvPr>
          <p:cNvPicPr>
            <a:picLocks noChangeAspect="1"/>
          </p:cNvPicPr>
          <p:nvPr/>
        </p:nvPicPr>
        <p:blipFill>
          <a:blip r:embed="rId6"/>
          <a:stretch>
            <a:fillRect/>
          </a:stretch>
        </p:blipFill>
        <p:spPr>
          <a:xfrm>
            <a:off x="4482835" y="5553795"/>
            <a:ext cx="537034" cy="537034"/>
          </a:xfrm>
          <a:prstGeom prst="rect">
            <a:avLst/>
          </a:prstGeom>
        </p:spPr>
      </p:pic>
      <p:sp>
        <p:nvSpPr>
          <p:cNvPr id="19" name="TextBox 18">
            <a:extLst>
              <a:ext uri="{FF2B5EF4-FFF2-40B4-BE49-F238E27FC236}">
                <a16:creationId xmlns:a16="http://schemas.microsoft.com/office/drawing/2014/main" id="{7A659246-9053-806E-F4BD-72E6FE15E9A0}"/>
              </a:ext>
            </a:extLst>
          </p:cNvPr>
          <p:cNvSpPr txBox="1"/>
          <p:nvPr/>
        </p:nvSpPr>
        <p:spPr>
          <a:xfrm>
            <a:off x="905070" y="1104887"/>
            <a:ext cx="944381" cy="523220"/>
          </a:xfrm>
          <a:prstGeom prst="rect">
            <a:avLst/>
          </a:prstGeom>
          <a:solidFill>
            <a:srgbClr val="041E50"/>
          </a:solidFill>
        </p:spPr>
        <p:txBody>
          <a:bodyPr wrap="square" rtlCol="0">
            <a:spAutoFit/>
          </a:bodyPr>
          <a:lstStyle/>
          <a:p>
            <a:pPr algn="ctr"/>
            <a:r>
              <a:rPr lang="it-IT" sz="2800" dirty="0">
                <a:solidFill>
                  <a:schemeClr val="bg1"/>
                </a:solidFill>
              </a:rPr>
              <a:t>R&amp;D</a:t>
            </a:r>
          </a:p>
        </p:txBody>
      </p:sp>
      <p:sp>
        <p:nvSpPr>
          <p:cNvPr id="23" name="TextBox 22">
            <a:extLst>
              <a:ext uri="{FF2B5EF4-FFF2-40B4-BE49-F238E27FC236}">
                <a16:creationId xmlns:a16="http://schemas.microsoft.com/office/drawing/2014/main" id="{3E3D816F-9C1C-05CB-B57B-D9E770AC5E2D}"/>
              </a:ext>
            </a:extLst>
          </p:cNvPr>
          <p:cNvSpPr txBox="1"/>
          <p:nvPr/>
        </p:nvSpPr>
        <p:spPr>
          <a:xfrm>
            <a:off x="6927048" y="2489623"/>
            <a:ext cx="4232987" cy="2800767"/>
          </a:xfrm>
          <a:prstGeom prst="rect">
            <a:avLst/>
          </a:prstGeom>
          <a:noFill/>
        </p:spPr>
        <p:txBody>
          <a:bodyPr wrap="square" rtlCol="0">
            <a:spAutoFit/>
          </a:bodyPr>
          <a:lstStyle/>
          <a:p>
            <a:pPr marL="285750" indent="-285750">
              <a:buFont typeface="Arial" panose="020B0604020202020204" pitchFamily="34" charset="0"/>
              <a:buChar char="•"/>
            </a:pPr>
            <a:r>
              <a:rPr lang="it-IT" sz="1600" dirty="0">
                <a:solidFill>
                  <a:schemeClr val="bg1"/>
                </a:solidFill>
              </a:rPr>
              <a:t>BSH marketing strategy and customers’ perception is harder to be studied.</a:t>
            </a:r>
          </a:p>
          <a:p>
            <a:pPr marL="285750" indent="-285750">
              <a:buFont typeface="Arial" panose="020B0604020202020204" pitchFamily="34" charset="0"/>
              <a:buChar char="•"/>
            </a:pPr>
            <a:endParaRPr lang="it-IT" sz="1600" dirty="0">
              <a:solidFill>
                <a:schemeClr val="bg1"/>
              </a:solidFill>
            </a:endParaRPr>
          </a:p>
          <a:p>
            <a:pPr marL="285750" indent="-285750">
              <a:buFont typeface="Arial" panose="020B0604020202020204" pitchFamily="34" charset="0"/>
              <a:buChar char="•"/>
            </a:pPr>
            <a:r>
              <a:rPr lang="it-IT" sz="1600" dirty="0">
                <a:solidFill>
                  <a:schemeClr val="bg1"/>
                </a:solidFill>
              </a:rPr>
              <a:t>Commissioning studies from external companies is costly, limited in scope, and introduces an unavoidable delay between the date the study is commissioned and the actual delivery of the results.</a:t>
            </a:r>
          </a:p>
          <a:p>
            <a:pPr marL="285750" indent="-285750">
              <a:buFont typeface="Arial" panose="020B0604020202020204" pitchFamily="34" charset="0"/>
              <a:buChar char="•"/>
            </a:pPr>
            <a:endParaRPr lang="it-IT" sz="1600" dirty="0">
              <a:solidFill>
                <a:schemeClr val="bg1"/>
              </a:solidFill>
            </a:endParaRPr>
          </a:p>
          <a:p>
            <a:pPr marL="285750" indent="-285750">
              <a:buFont typeface="Arial" panose="020B0604020202020204" pitchFamily="34" charset="0"/>
              <a:buChar char="•"/>
            </a:pPr>
            <a:r>
              <a:rPr lang="it-IT" sz="1600" dirty="0">
                <a:solidFill>
                  <a:schemeClr val="bg1"/>
                </a:solidFill>
              </a:rPr>
              <a:t>Info retrievable from the website is a source of information not adequately exploited.</a:t>
            </a:r>
          </a:p>
        </p:txBody>
      </p:sp>
      <p:pic>
        <p:nvPicPr>
          <p:cNvPr id="25" name="Graphic 24" descr="Target Audience with solid fill">
            <a:extLst>
              <a:ext uri="{FF2B5EF4-FFF2-40B4-BE49-F238E27FC236}">
                <a16:creationId xmlns:a16="http://schemas.microsoft.com/office/drawing/2014/main" id="{73EFC083-4DB2-E53E-8E51-241BBED1D5D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709970" y="852478"/>
            <a:ext cx="1104967" cy="1104967"/>
          </a:xfrm>
          <a:prstGeom prst="rect">
            <a:avLst/>
          </a:prstGeom>
        </p:spPr>
      </p:pic>
      <p:pic>
        <p:nvPicPr>
          <p:cNvPr id="27" name="Graphic 26" descr="Scientist male with solid fill">
            <a:extLst>
              <a:ext uri="{FF2B5EF4-FFF2-40B4-BE49-F238E27FC236}">
                <a16:creationId xmlns:a16="http://schemas.microsoft.com/office/drawing/2014/main" id="{0DCD8713-3C59-D4DC-2D45-29351E51986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61097" y="814013"/>
            <a:ext cx="1104967" cy="1104967"/>
          </a:xfrm>
          <a:prstGeom prst="rect">
            <a:avLst/>
          </a:prstGeom>
        </p:spPr>
      </p:pic>
      <p:sp>
        <p:nvSpPr>
          <p:cNvPr id="29" name="TextBox 28">
            <a:extLst>
              <a:ext uri="{FF2B5EF4-FFF2-40B4-BE49-F238E27FC236}">
                <a16:creationId xmlns:a16="http://schemas.microsoft.com/office/drawing/2014/main" id="{5D932959-58FA-511E-428A-3D689C44852E}"/>
              </a:ext>
            </a:extLst>
          </p:cNvPr>
          <p:cNvSpPr txBox="1"/>
          <p:nvPr/>
        </p:nvSpPr>
        <p:spPr>
          <a:xfrm>
            <a:off x="7053944" y="1107243"/>
            <a:ext cx="2864498" cy="954107"/>
          </a:xfrm>
          <a:prstGeom prst="rect">
            <a:avLst/>
          </a:prstGeom>
          <a:solidFill>
            <a:srgbClr val="041E50"/>
          </a:solidFill>
        </p:spPr>
        <p:txBody>
          <a:bodyPr wrap="square" rtlCol="0">
            <a:spAutoFit/>
          </a:bodyPr>
          <a:lstStyle/>
          <a:p>
            <a:pPr algn="ctr"/>
            <a:r>
              <a:rPr lang="it-IT" sz="2800" dirty="0">
                <a:solidFill>
                  <a:schemeClr val="bg1"/>
                </a:solidFill>
              </a:rPr>
              <a:t>Marketing &amp; Product Line</a:t>
            </a:r>
          </a:p>
        </p:txBody>
      </p:sp>
    </p:spTree>
    <p:extLst>
      <p:ext uri="{BB962C8B-B14F-4D97-AF65-F5344CB8AC3E}">
        <p14:creationId xmlns:p14="http://schemas.microsoft.com/office/powerpoint/2010/main" val="1043601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DF6B3-035C-4697-3C6D-4A8903032C1A}"/>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DE07E1F-E20E-BBFC-8E16-1C81ED6BADD6}"/>
              </a:ext>
            </a:extLst>
          </p:cNvPr>
          <p:cNvSpPr>
            <a:spLocks noGrp="1"/>
          </p:cNvSpPr>
          <p:nvPr>
            <p:ph type="body" sz="half" idx="2"/>
          </p:nvPr>
        </p:nvSpPr>
        <p:spPr/>
        <p:txBody>
          <a:bodyPr/>
          <a:lstStyle/>
          <a:p>
            <a:endParaRPr lang="sv-SE"/>
          </a:p>
        </p:txBody>
      </p:sp>
      <p:sp>
        <p:nvSpPr>
          <p:cNvPr id="4" name="Title 3">
            <a:extLst>
              <a:ext uri="{FF2B5EF4-FFF2-40B4-BE49-F238E27FC236}">
                <a16:creationId xmlns:a16="http://schemas.microsoft.com/office/drawing/2014/main" id="{CD3F4DE6-6366-1723-F667-BD38CA2E3522}"/>
              </a:ext>
            </a:extLst>
          </p:cNvPr>
          <p:cNvSpPr>
            <a:spLocks noGrp="1"/>
          </p:cNvSpPr>
          <p:nvPr>
            <p:ph type="title"/>
          </p:nvPr>
        </p:nvSpPr>
        <p:spPr/>
        <p:txBody>
          <a:bodyPr/>
          <a:lstStyle/>
          <a:p>
            <a:r>
              <a:rPr lang="sv-SE" dirty="0"/>
              <a:t>Scenario &amp; Questions</a:t>
            </a:r>
          </a:p>
        </p:txBody>
      </p:sp>
      <p:sp>
        <p:nvSpPr>
          <p:cNvPr id="2" name="Rectangle: Rounded Corners 1">
            <a:extLst>
              <a:ext uri="{FF2B5EF4-FFF2-40B4-BE49-F238E27FC236}">
                <a16:creationId xmlns:a16="http://schemas.microsoft.com/office/drawing/2014/main" id="{1BB05E5D-DE51-A700-152F-F9FF0138CC70}"/>
              </a:ext>
            </a:extLst>
          </p:cNvPr>
          <p:cNvSpPr/>
          <p:nvPr/>
        </p:nvSpPr>
        <p:spPr>
          <a:xfrm>
            <a:off x="373856" y="1366497"/>
            <a:ext cx="5292208" cy="5047020"/>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7" name="Rectangle: Rounded Corners 6">
            <a:extLst>
              <a:ext uri="{FF2B5EF4-FFF2-40B4-BE49-F238E27FC236}">
                <a16:creationId xmlns:a16="http://schemas.microsoft.com/office/drawing/2014/main" id="{5149A1E3-C60A-92D5-3BF2-DB97E70D5647}"/>
              </a:ext>
            </a:extLst>
          </p:cNvPr>
          <p:cNvSpPr/>
          <p:nvPr/>
        </p:nvSpPr>
        <p:spPr>
          <a:xfrm>
            <a:off x="6525936" y="1366497"/>
            <a:ext cx="5292208" cy="50470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8" name="TextBox 7">
            <a:extLst>
              <a:ext uri="{FF2B5EF4-FFF2-40B4-BE49-F238E27FC236}">
                <a16:creationId xmlns:a16="http://schemas.microsoft.com/office/drawing/2014/main" id="{56F56D03-89BF-0F1A-32E8-D7BE59CB0792}"/>
              </a:ext>
            </a:extLst>
          </p:cNvPr>
          <p:cNvSpPr txBox="1"/>
          <p:nvPr/>
        </p:nvSpPr>
        <p:spPr>
          <a:xfrm>
            <a:off x="905070" y="2120291"/>
            <a:ext cx="4114800" cy="3539430"/>
          </a:xfrm>
          <a:prstGeom prst="rect">
            <a:avLst/>
          </a:prstGeom>
          <a:noFill/>
        </p:spPr>
        <p:txBody>
          <a:bodyPr wrap="square" rtlCol="0">
            <a:spAutoFit/>
          </a:bodyPr>
          <a:lstStyle/>
          <a:p>
            <a:pPr marL="285750" indent="-285750">
              <a:buFont typeface="Arial" panose="020B0604020202020204" pitchFamily="34" charset="0"/>
              <a:buChar char="•"/>
            </a:pPr>
            <a:r>
              <a:rPr lang="it-IT" sz="1600" dirty="0">
                <a:solidFill>
                  <a:srgbClr val="041E50"/>
                </a:solidFill>
              </a:rPr>
              <a:t>Bosch exposes its dishwasher catalogue with multi-language reviews on its italian website.</a:t>
            </a:r>
          </a:p>
          <a:p>
            <a:pPr marL="285750" indent="-285750">
              <a:buFont typeface="Arial" panose="020B0604020202020204" pitchFamily="34" charset="0"/>
              <a:buChar char="•"/>
            </a:pPr>
            <a:endParaRPr lang="it-IT" sz="1600" dirty="0">
              <a:solidFill>
                <a:srgbClr val="041E50"/>
              </a:solidFill>
            </a:endParaRPr>
          </a:p>
          <a:p>
            <a:pPr marL="285750" indent="-285750">
              <a:buFont typeface="Arial" panose="020B0604020202020204" pitchFamily="34" charset="0"/>
              <a:buChar char="•"/>
            </a:pPr>
            <a:r>
              <a:rPr lang="it-IT" sz="1600" dirty="0">
                <a:solidFill>
                  <a:srgbClr val="041E50"/>
                </a:solidFill>
              </a:rPr>
              <a:t>Within each dishwasher page, associated claims are shown.</a:t>
            </a:r>
          </a:p>
          <a:p>
            <a:pPr marL="285750" indent="-285750">
              <a:buFont typeface="Arial" panose="020B0604020202020204" pitchFamily="34" charset="0"/>
              <a:buChar char="•"/>
            </a:pPr>
            <a:endParaRPr lang="it-IT" sz="1600" dirty="0">
              <a:solidFill>
                <a:srgbClr val="041E50"/>
              </a:solidFill>
            </a:endParaRPr>
          </a:p>
          <a:p>
            <a:pPr marL="285750" indent="-285750">
              <a:buFont typeface="Arial" panose="020B0604020202020204" pitchFamily="34" charset="0"/>
              <a:buChar char="•"/>
            </a:pPr>
            <a:r>
              <a:rPr lang="it-IT" sz="1600" dirty="0">
                <a:solidFill>
                  <a:srgbClr val="041E50"/>
                </a:solidFill>
              </a:rPr>
              <a:t>Characteristics associated to each appliance can be retrieved from HTML pages. Reviews are downloaded thanks to GraphQL APIs.</a:t>
            </a:r>
          </a:p>
          <a:p>
            <a:pPr marL="285750" indent="-285750">
              <a:buFont typeface="Arial" panose="020B0604020202020204" pitchFamily="34" charset="0"/>
              <a:buChar char="•"/>
            </a:pPr>
            <a:endParaRPr lang="it-IT" sz="1600" dirty="0">
              <a:solidFill>
                <a:srgbClr val="041E50"/>
              </a:solidFill>
            </a:endParaRPr>
          </a:p>
          <a:p>
            <a:pPr marL="285750" indent="-285750">
              <a:buFont typeface="Arial" panose="020B0604020202020204" pitchFamily="34" charset="0"/>
              <a:buChar char="•"/>
            </a:pPr>
            <a:r>
              <a:rPr lang="en-US" sz="1600" dirty="0">
                <a:solidFill>
                  <a:srgbClr val="041E50"/>
                </a:solidFill>
              </a:rPr>
              <a:t>The goal is to develop a </a:t>
            </a:r>
            <a:r>
              <a:rPr lang="en-US" sz="1600" dirty="0" err="1">
                <a:solidFill>
                  <a:srgbClr val="041E50"/>
                </a:solidFill>
              </a:rPr>
              <a:t>queryable</a:t>
            </a:r>
            <a:r>
              <a:rPr lang="en-US" sz="1600" dirty="0">
                <a:solidFill>
                  <a:srgbClr val="041E50"/>
                </a:solidFill>
              </a:rPr>
              <a:t> data warehouse containing products and customer reviews.</a:t>
            </a:r>
            <a:endParaRPr lang="it-IT" sz="1600" dirty="0">
              <a:solidFill>
                <a:srgbClr val="041E50"/>
              </a:solidFill>
            </a:endParaRPr>
          </a:p>
        </p:txBody>
      </p:sp>
      <p:sp>
        <p:nvSpPr>
          <p:cNvPr id="19" name="TextBox 18">
            <a:extLst>
              <a:ext uri="{FF2B5EF4-FFF2-40B4-BE49-F238E27FC236}">
                <a16:creationId xmlns:a16="http://schemas.microsoft.com/office/drawing/2014/main" id="{76D1DAE4-77E3-E60A-B6D4-F0135E90C3DF}"/>
              </a:ext>
            </a:extLst>
          </p:cNvPr>
          <p:cNvSpPr txBox="1"/>
          <p:nvPr/>
        </p:nvSpPr>
        <p:spPr>
          <a:xfrm>
            <a:off x="905070" y="1104887"/>
            <a:ext cx="1756325" cy="523220"/>
          </a:xfrm>
          <a:prstGeom prst="rect">
            <a:avLst/>
          </a:prstGeom>
          <a:solidFill>
            <a:srgbClr val="041E50"/>
          </a:solidFill>
        </p:spPr>
        <p:txBody>
          <a:bodyPr wrap="square" rtlCol="0">
            <a:spAutoFit/>
          </a:bodyPr>
          <a:lstStyle/>
          <a:p>
            <a:pPr algn="ctr"/>
            <a:r>
              <a:rPr lang="it-IT" sz="2800" dirty="0">
                <a:solidFill>
                  <a:schemeClr val="bg1"/>
                </a:solidFill>
              </a:rPr>
              <a:t>Scenario</a:t>
            </a:r>
          </a:p>
        </p:txBody>
      </p:sp>
      <p:sp>
        <p:nvSpPr>
          <p:cNvPr id="23" name="TextBox 22">
            <a:extLst>
              <a:ext uri="{FF2B5EF4-FFF2-40B4-BE49-F238E27FC236}">
                <a16:creationId xmlns:a16="http://schemas.microsoft.com/office/drawing/2014/main" id="{B291FDE5-1FC6-10D2-57AF-D3A43709B347}"/>
              </a:ext>
            </a:extLst>
          </p:cNvPr>
          <p:cNvSpPr txBox="1"/>
          <p:nvPr/>
        </p:nvSpPr>
        <p:spPr>
          <a:xfrm>
            <a:off x="6927048" y="2027338"/>
            <a:ext cx="4232987" cy="2800767"/>
          </a:xfrm>
          <a:prstGeom prst="rect">
            <a:avLst/>
          </a:prstGeom>
          <a:noFill/>
        </p:spPr>
        <p:txBody>
          <a:bodyPr wrap="square" rtlCol="0">
            <a:spAutoFit/>
          </a:bodyPr>
          <a:lstStyle/>
          <a:p>
            <a:pPr marL="285750" indent="-285750">
              <a:buFont typeface="Arial" panose="020B0604020202020204" pitchFamily="34" charset="0"/>
              <a:buChar char="•"/>
            </a:pPr>
            <a:r>
              <a:rPr lang="it-IT" sz="1600" dirty="0">
                <a:solidFill>
                  <a:schemeClr val="bg1"/>
                </a:solidFill>
              </a:rPr>
              <a:t>What does the typical Bosch customer look like?</a:t>
            </a:r>
          </a:p>
          <a:p>
            <a:pPr marL="285750" indent="-285750">
              <a:buFont typeface="Arial" panose="020B0604020202020204" pitchFamily="34" charset="0"/>
              <a:buChar char="•"/>
            </a:pPr>
            <a:endParaRPr lang="it-IT" sz="1600" dirty="0">
              <a:solidFill>
                <a:schemeClr val="bg1"/>
              </a:solidFill>
            </a:endParaRPr>
          </a:p>
          <a:p>
            <a:pPr marL="285750" indent="-285750">
              <a:buFont typeface="Arial" panose="020B0604020202020204" pitchFamily="34" charset="0"/>
              <a:buChar char="•"/>
            </a:pPr>
            <a:r>
              <a:rPr lang="it-IT" sz="1600" dirty="0">
                <a:solidFill>
                  <a:schemeClr val="bg1"/>
                </a:solidFill>
              </a:rPr>
              <a:t>How customer satisfaction varies across countries?</a:t>
            </a:r>
          </a:p>
          <a:p>
            <a:pPr marL="285750" indent="-285750">
              <a:buFont typeface="Arial" panose="020B0604020202020204" pitchFamily="34" charset="0"/>
              <a:buChar char="•"/>
            </a:pPr>
            <a:endParaRPr lang="it-IT" sz="1600" dirty="0">
              <a:solidFill>
                <a:schemeClr val="bg1"/>
              </a:solidFill>
            </a:endParaRPr>
          </a:p>
          <a:p>
            <a:pPr marL="285750" indent="-285750">
              <a:buFont typeface="Arial" panose="020B0604020202020204" pitchFamily="34" charset="0"/>
              <a:buChar char="•"/>
            </a:pPr>
            <a:r>
              <a:rPr lang="it-IT" sz="1600" dirty="0">
                <a:solidFill>
                  <a:schemeClr val="bg1"/>
                </a:solidFill>
              </a:rPr>
              <a:t>Which are the most sold products? Which are the products with highest reviews?</a:t>
            </a:r>
          </a:p>
          <a:p>
            <a:pPr marL="285750" indent="-285750">
              <a:buFont typeface="Arial" panose="020B0604020202020204" pitchFamily="34" charset="0"/>
              <a:buChar char="•"/>
            </a:pPr>
            <a:endParaRPr lang="it-IT" sz="1600" dirty="0">
              <a:solidFill>
                <a:schemeClr val="bg1"/>
              </a:solidFill>
            </a:endParaRPr>
          </a:p>
          <a:p>
            <a:pPr marL="285750" indent="-285750">
              <a:buFont typeface="Arial" panose="020B0604020202020204" pitchFamily="34" charset="0"/>
              <a:buChar char="•"/>
            </a:pPr>
            <a:r>
              <a:rPr lang="it-IT" sz="1600" dirty="0">
                <a:solidFill>
                  <a:schemeClr val="bg1"/>
                </a:solidFill>
              </a:rPr>
              <a:t>Do claim have an influence on reviews and star rating?</a:t>
            </a:r>
          </a:p>
        </p:txBody>
      </p:sp>
      <p:sp>
        <p:nvSpPr>
          <p:cNvPr id="29" name="TextBox 28">
            <a:extLst>
              <a:ext uri="{FF2B5EF4-FFF2-40B4-BE49-F238E27FC236}">
                <a16:creationId xmlns:a16="http://schemas.microsoft.com/office/drawing/2014/main" id="{03E4AD57-4935-A904-6BD3-9C294F23237D}"/>
              </a:ext>
            </a:extLst>
          </p:cNvPr>
          <p:cNvSpPr txBox="1"/>
          <p:nvPr/>
        </p:nvSpPr>
        <p:spPr>
          <a:xfrm>
            <a:off x="7053943" y="1107243"/>
            <a:ext cx="3379211" cy="523220"/>
          </a:xfrm>
          <a:prstGeom prst="rect">
            <a:avLst/>
          </a:prstGeom>
          <a:solidFill>
            <a:srgbClr val="041E50"/>
          </a:solidFill>
        </p:spPr>
        <p:txBody>
          <a:bodyPr wrap="square" rtlCol="0">
            <a:spAutoFit/>
          </a:bodyPr>
          <a:lstStyle/>
          <a:p>
            <a:pPr algn="ctr"/>
            <a:r>
              <a:rPr lang="it-IT" sz="2800" dirty="0">
                <a:solidFill>
                  <a:schemeClr val="bg1"/>
                </a:solidFill>
              </a:rPr>
              <a:t>Business Questions</a:t>
            </a:r>
          </a:p>
        </p:txBody>
      </p:sp>
      <p:pic>
        <p:nvPicPr>
          <p:cNvPr id="6" name="Picture 5">
            <a:extLst>
              <a:ext uri="{FF2B5EF4-FFF2-40B4-BE49-F238E27FC236}">
                <a16:creationId xmlns:a16="http://schemas.microsoft.com/office/drawing/2014/main" id="{35F951FF-C753-560C-EADE-76C982CE64B5}"/>
              </a:ext>
            </a:extLst>
          </p:cNvPr>
          <p:cNvPicPr>
            <a:picLocks noChangeAspect="1"/>
          </p:cNvPicPr>
          <p:nvPr/>
        </p:nvPicPr>
        <p:blipFill>
          <a:blip r:embed="rId2"/>
          <a:stretch>
            <a:fillRect/>
          </a:stretch>
        </p:blipFill>
        <p:spPr>
          <a:xfrm>
            <a:off x="6816460" y="4957732"/>
            <a:ext cx="4711160" cy="1136872"/>
          </a:xfrm>
          <a:prstGeom prst="rect">
            <a:avLst/>
          </a:prstGeom>
        </p:spPr>
      </p:pic>
      <p:pic>
        <p:nvPicPr>
          <p:cNvPr id="11" name="Graphic 10" descr="Questions with solid fill">
            <a:extLst>
              <a:ext uri="{FF2B5EF4-FFF2-40B4-BE49-F238E27FC236}">
                <a16:creationId xmlns:a16="http://schemas.microsoft.com/office/drawing/2014/main" id="{C3FCA959-A94E-A2E4-368F-38C04A2EF2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11720" y="813285"/>
            <a:ext cx="1106424" cy="1106424"/>
          </a:xfrm>
          <a:prstGeom prst="rect">
            <a:avLst/>
          </a:prstGeom>
        </p:spPr>
      </p:pic>
      <p:pic>
        <p:nvPicPr>
          <p:cNvPr id="15" name="Graphic 14" descr="Web design with solid fill">
            <a:extLst>
              <a:ext uri="{FF2B5EF4-FFF2-40B4-BE49-F238E27FC236}">
                <a16:creationId xmlns:a16="http://schemas.microsoft.com/office/drawing/2014/main" id="{9AC94082-73F6-0E8E-38BE-0FAAE6176A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59640" y="813285"/>
            <a:ext cx="1106424" cy="1106424"/>
          </a:xfrm>
          <a:prstGeom prst="rect">
            <a:avLst/>
          </a:prstGeom>
        </p:spPr>
      </p:pic>
    </p:spTree>
    <p:extLst>
      <p:ext uri="{BB962C8B-B14F-4D97-AF65-F5344CB8AC3E}">
        <p14:creationId xmlns:p14="http://schemas.microsoft.com/office/powerpoint/2010/main" val="1614076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918B0-2156-EEF0-7872-291FD2A0BF58}"/>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67FC627-BA42-9088-3C4F-1B8C31705345}"/>
              </a:ext>
            </a:extLst>
          </p:cNvPr>
          <p:cNvSpPr>
            <a:spLocks noGrp="1"/>
          </p:cNvSpPr>
          <p:nvPr>
            <p:ph type="body" sz="half" idx="2"/>
          </p:nvPr>
        </p:nvSpPr>
        <p:spPr/>
        <p:txBody>
          <a:bodyPr/>
          <a:lstStyle/>
          <a:p>
            <a:endParaRPr lang="sv-SE"/>
          </a:p>
        </p:txBody>
      </p:sp>
      <p:sp>
        <p:nvSpPr>
          <p:cNvPr id="4" name="Title 3">
            <a:extLst>
              <a:ext uri="{FF2B5EF4-FFF2-40B4-BE49-F238E27FC236}">
                <a16:creationId xmlns:a16="http://schemas.microsoft.com/office/drawing/2014/main" id="{2906CD92-45E4-C63B-2737-CB27828E6400}"/>
              </a:ext>
            </a:extLst>
          </p:cNvPr>
          <p:cNvSpPr>
            <a:spLocks noGrp="1"/>
          </p:cNvSpPr>
          <p:nvPr>
            <p:ph type="title"/>
          </p:nvPr>
        </p:nvSpPr>
        <p:spPr/>
        <p:txBody>
          <a:bodyPr/>
          <a:lstStyle/>
          <a:p>
            <a:r>
              <a:rPr lang="sv-SE" dirty="0"/>
              <a:t>ETL architecture</a:t>
            </a:r>
          </a:p>
        </p:txBody>
      </p:sp>
      <p:sp>
        <p:nvSpPr>
          <p:cNvPr id="3" name="Rectangle: Rounded Corners 2">
            <a:extLst>
              <a:ext uri="{FF2B5EF4-FFF2-40B4-BE49-F238E27FC236}">
                <a16:creationId xmlns:a16="http://schemas.microsoft.com/office/drawing/2014/main" id="{E26BFCF8-FB63-2EE0-6508-B62E8BCA8DB3}"/>
              </a:ext>
            </a:extLst>
          </p:cNvPr>
          <p:cNvSpPr/>
          <p:nvPr/>
        </p:nvSpPr>
        <p:spPr>
          <a:xfrm>
            <a:off x="371474" y="1404258"/>
            <a:ext cx="2528596" cy="2761861"/>
          </a:xfrm>
          <a:prstGeom prst="roundRect">
            <a:avLst/>
          </a:prstGeom>
          <a:solidFill>
            <a:srgbClr val="DFE7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0" name="Rectangle: Rounded Corners 9">
            <a:extLst>
              <a:ext uri="{FF2B5EF4-FFF2-40B4-BE49-F238E27FC236}">
                <a16:creationId xmlns:a16="http://schemas.microsoft.com/office/drawing/2014/main" id="{D257A171-DC79-D1F5-1C69-519E26BFA94D}"/>
              </a:ext>
            </a:extLst>
          </p:cNvPr>
          <p:cNvSpPr/>
          <p:nvPr/>
        </p:nvSpPr>
        <p:spPr>
          <a:xfrm>
            <a:off x="3344959" y="1404258"/>
            <a:ext cx="2528596" cy="2761861"/>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3" name="Rectangle: Rounded Corners 12">
            <a:extLst>
              <a:ext uri="{FF2B5EF4-FFF2-40B4-BE49-F238E27FC236}">
                <a16:creationId xmlns:a16="http://schemas.microsoft.com/office/drawing/2014/main" id="{39DE2518-60B1-0DD1-A22D-CEDFEF136842}"/>
              </a:ext>
            </a:extLst>
          </p:cNvPr>
          <p:cNvSpPr/>
          <p:nvPr/>
        </p:nvSpPr>
        <p:spPr>
          <a:xfrm>
            <a:off x="6318444" y="1404258"/>
            <a:ext cx="2528596" cy="276186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6" name="Rectangle: Rounded Corners 15">
            <a:extLst>
              <a:ext uri="{FF2B5EF4-FFF2-40B4-BE49-F238E27FC236}">
                <a16:creationId xmlns:a16="http://schemas.microsoft.com/office/drawing/2014/main" id="{2FD31842-E967-DA83-F695-1CA1F0431B24}"/>
              </a:ext>
            </a:extLst>
          </p:cNvPr>
          <p:cNvSpPr/>
          <p:nvPr/>
        </p:nvSpPr>
        <p:spPr>
          <a:xfrm>
            <a:off x="9291930" y="1404258"/>
            <a:ext cx="2528596" cy="2761861"/>
          </a:xfrm>
          <a:prstGeom prst="roundRect">
            <a:avLst/>
          </a:prstGeom>
          <a:solidFill>
            <a:srgbClr val="041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cxnSp>
        <p:nvCxnSpPr>
          <p:cNvPr id="18" name="Straight Connector 17">
            <a:extLst>
              <a:ext uri="{FF2B5EF4-FFF2-40B4-BE49-F238E27FC236}">
                <a16:creationId xmlns:a16="http://schemas.microsoft.com/office/drawing/2014/main" id="{1B20638A-019D-331D-60BF-C3956496D71A}"/>
              </a:ext>
            </a:extLst>
          </p:cNvPr>
          <p:cNvCxnSpPr>
            <a:stCxn id="3" idx="3"/>
            <a:endCxn id="10" idx="1"/>
          </p:cNvCxnSpPr>
          <p:nvPr/>
        </p:nvCxnSpPr>
        <p:spPr>
          <a:xfrm>
            <a:off x="2900070" y="2785189"/>
            <a:ext cx="444889" cy="0"/>
          </a:xfrm>
          <a:prstGeom prst="line">
            <a:avLst/>
          </a:prstGeom>
          <a:ln w="25400">
            <a:solidFill>
              <a:srgbClr val="041E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C04C40F-3FAB-F65C-3FFA-4FB1EC80F741}"/>
              </a:ext>
            </a:extLst>
          </p:cNvPr>
          <p:cNvCxnSpPr>
            <a:stCxn id="10" idx="3"/>
            <a:endCxn id="13" idx="1"/>
          </p:cNvCxnSpPr>
          <p:nvPr/>
        </p:nvCxnSpPr>
        <p:spPr>
          <a:xfrm>
            <a:off x="5873555" y="2785189"/>
            <a:ext cx="444889" cy="0"/>
          </a:xfrm>
          <a:prstGeom prst="line">
            <a:avLst/>
          </a:prstGeom>
          <a:ln w="25400">
            <a:solidFill>
              <a:srgbClr val="041E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2E49537-6248-EB97-6790-8B19254EBAF1}"/>
              </a:ext>
            </a:extLst>
          </p:cNvPr>
          <p:cNvCxnSpPr>
            <a:stCxn id="13" idx="3"/>
            <a:endCxn id="16" idx="1"/>
          </p:cNvCxnSpPr>
          <p:nvPr/>
        </p:nvCxnSpPr>
        <p:spPr>
          <a:xfrm>
            <a:off x="8847040" y="2785189"/>
            <a:ext cx="444890" cy="0"/>
          </a:xfrm>
          <a:prstGeom prst="line">
            <a:avLst/>
          </a:prstGeom>
          <a:ln w="25400">
            <a:solidFill>
              <a:srgbClr val="041E50"/>
            </a:solidFill>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9180A95D-ABAA-AC85-7853-BD11A4B02ED1}"/>
              </a:ext>
            </a:extLst>
          </p:cNvPr>
          <p:cNvSpPr/>
          <p:nvPr/>
        </p:nvSpPr>
        <p:spPr>
          <a:xfrm>
            <a:off x="7949682" y="4783433"/>
            <a:ext cx="3870844" cy="1814801"/>
          </a:xfrm>
          <a:prstGeom prst="roundRect">
            <a:avLst/>
          </a:prstGeom>
          <a:solidFill>
            <a:srgbClr val="041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28" name="Rectangle: Rounded Corners 27">
            <a:extLst>
              <a:ext uri="{FF2B5EF4-FFF2-40B4-BE49-F238E27FC236}">
                <a16:creationId xmlns:a16="http://schemas.microsoft.com/office/drawing/2014/main" id="{6925547A-04BC-10F9-7A70-458F77F6776A}"/>
              </a:ext>
            </a:extLst>
          </p:cNvPr>
          <p:cNvSpPr/>
          <p:nvPr/>
        </p:nvSpPr>
        <p:spPr>
          <a:xfrm>
            <a:off x="3344959" y="4783433"/>
            <a:ext cx="3870844" cy="1814801"/>
          </a:xfrm>
          <a:prstGeom prst="roundRect">
            <a:avLst/>
          </a:prstGeom>
          <a:solidFill>
            <a:srgbClr val="041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A9020ACE-5D2D-9F0C-5344-C86FE357188E}"/>
                  </a:ext>
                </a:extLst>
              </p:cNvPr>
              <p:cNvSpPr txBox="1"/>
              <p:nvPr/>
            </p:nvSpPr>
            <p:spPr>
              <a:xfrm>
                <a:off x="681145" y="2305935"/>
                <a:ext cx="1909253" cy="1077218"/>
              </a:xfrm>
              <a:prstGeom prst="rect">
                <a:avLst/>
              </a:prstGeom>
              <a:noFill/>
            </p:spPr>
            <p:txBody>
              <a:bodyPr wrap="square" rtlCol="0">
                <a:spAutoFit/>
              </a:bodyPr>
              <a:lstStyle/>
              <a:p>
                <a:pPr algn="ctr"/>
                <a:r>
                  <a:rPr lang="it-IT" sz="1600" dirty="0"/>
                  <a:t>SOURCE</a:t>
                </a:r>
              </a:p>
              <a:p>
                <a:pPr algn="ctr"/>
                <a:endParaRPr lang="it-IT" sz="1600" dirty="0"/>
              </a:p>
              <a:p>
                <a:pPr algn="ctr"/>
                <a:r>
                  <a:rPr lang="it-IT" sz="1600" dirty="0"/>
                  <a:t>bosch-home.com</a:t>
                </a:r>
              </a:p>
              <a:p>
                <a:pPr algn="ctr"/>
                <a:r>
                  <a:rPr lang="it-IT" sz="1600" dirty="0"/>
                  <a:t>sitemap </a:t>
                </a:r>
                <a14:m>
                  <m:oMath xmlns:m="http://schemas.openxmlformats.org/officeDocument/2006/math">
                    <m:r>
                      <a:rPr lang="it-IT" sz="1600" b="0" i="1" smtClean="0">
                        <a:latin typeface="Cambria Math" panose="02040503050406030204" pitchFamily="18" charset="0"/>
                      </a:rPr>
                      <m:t>⋅</m:t>
                    </m:r>
                  </m:oMath>
                </a14:m>
                <a:r>
                  <a:rPr lang="it-IT" sz="1600" dirty="0"/>
                  <a:t> HTML </a:t>
                </a:r>
                <a14:m>
                  <m:oMath xmlns:m="http://schemas.openxmlformats.org/officeDocument/2006/math">
                    <m:r>
                      <a:rPr lang="it-IT" sz="1600" b="0" i="1" smtClean="0">
                        <a:latin typeface="Cambria Math" panose="02040503050406030204" pitchFamily="18" charset="0"/>
                      </a:rPr>
                      <m:t>⋅</m:t>
                    </m:r>
                  </m:oMath>
                </a14:m>
                <a:r>
                  <a:rPr lang="it-IT" sz="1600" dirty="0"/>
                  <a:t> API</a:t>
                </a:r>
              </a:p>
            </p:txBody>
          </p:sp>
        </mc:Choice>
        <mc:Fallback>
          <p:sp>
            <p:nvSpPr>
              <p:cNvPr id="30" name="TextBox 29">
                <a:extLst>
                  <a:ext uri="{FF2B5EF4-FFF2-40B4-BE49-F238E27FC236}">
                    <a16:creationId xmlns:a16="http://schemas.microsoft.com/office/drawing/2014/main" id="{A9020ACE-5D2D-9F0C-5344-C86FE357188E}"/>
                  </a:ext>
                </a:extLst>
              </p:cNvPr>
              <p:cNvSpPr txBox="1">
                <a:spLocks noRot="1" noChangeAspect="1" noMove="1" noResize="1" noEditPoints="1" noAdjustHandles="1" noChangeArrowheads="1" noChangeShapeType="1" noTextEdit="1"/>
              </p:cNvSpPr>
              <p:nvPr/>
            </p:nvSpPr>
            <p:spPr>
              <a:xfrm>
                <a:off x="681145" y="2305935"/>
                <a:ext cx="1909253" cy="1077218"/>
              </a:xfrm>
              <a:prstGeom prst="rect">
                <a:avLst/>
              </a:prstGeom>
              <a:blipFill>
                <a:blip r:embed="rId2"/>
                <a:stretch>
                  <a:fillRect l="-1597" t="-1695" r="-958" b="-6215"/>
                </a:stretch>
              </a:blipFill>
            </p:spPr>
            <p:txBody>
              <a:bodyPr/>
              <a:lstStyle/>
              <a:p>
                <a:r>
                  <a:rPr lang="it-IT">
                    <a:noFill/>
                  </a:rPr>
                  <a:t> </a:t>
                </a:r>
              </a:p>
            </p:txBody>
          </p:sp>
        </mc:Fallback>
      </mc:AlternateContent>
      <p:sp>
        <p:nvSpPr>
          <p:cNvPr id="32" name="TextBox 31">
            <a:extLst>
              <a:ext uri="{FF2B5EF4-FFF2-40B4-BE49-F238E27FC236}">
                <a16:creationId xmlns:a16="http://schemas.microsoft.com/office/drawing/2014/main" id="{C9FE2574-7352-42A0-0840-98A751C2CA96}"/>
              </a:ext>
            </a:extLst>
          </p:cNvPr>
          <p:cNvSpPr txBox="1"/>
          <p:nvPr/>
        </p:nvSpPr>
        <p:spPr>
          <a:xfrm>
            <a:off x="3653027" y="2305935"/>
            <a:ext cx="1909253" cy="1569660"/>
          </a:xfrm>
          <a:prstGeom prst="rect">
            <a:avLst/>
          </a:prstGeom>
          <a:noFill/>
        </p:spPr>
        <p:txBody>
          <a:bodyPr wrap="square" rtlCol="0">
            <a:spAutoFit/>
          </a:bodyPr>
          <a:lstStyle/>
          <a:p>
            <a:pPr algn="ctr"/>
            <a:r>
              <a:rPr lang="it-IT" sz="1600" dirty="0"/>
              <a:t>EXTRACT</a:t>
            </a:r>
          </a:p>
          <a:p>
            <a:pPr algn="ctr"/>
            <a:endParaRPr lang="it-IT" sz="1600" dirty="0"/>
          </a:p>
          <a:p>
            <a:pPr algn="ctr"/>
            <a:r>
              <a:rPr lang="it-IT" sz="1600" dirty="0"/>
              <a:t>scraping phase: models, reviews, claim highlights, energy rating, …</a:t>
            </a:r>
          </a:p>
        </p:txBody>
      </p:sp>
      <p:sp>
        <p:nvSpPr>
          <p:cNvPr id="34" name="TextBox 33">
            <a:extLst>
              <a:ext uri="{FF2B5EF4-FFF2-40B4-BE49-F238E27FC236}">
                <a16:creationId xmlns:a16="http://schemas.microsoft.com/office/drawing/2014/main" id="{63BE092B-7CE9-1499-15EF-C015904832EE}"/>
              </a:ext>
            </a:extLst>
          </p:cNvPr>
          <p:cNvSpPr txBox="1"/>
          <p:nvPr/>
        </p:nvSpPr>
        <p:spPr>
          <a:xfrm>
            <a:off x="6627643" y="2305935"/>
            <a:ext cx="1909253" cy="1569660"/>
          </a:xfrm>
          <a:prstGeom prst="rect">
            <a:avLst/>
          </a:prstGeom>
          <a:noFill/>
        </p:spPr>
        <p:txBody>
          <a:bodyPr wrap="square" rtlCol="0">
            <a:spAutoFit/>
          </a:bodyPr>
          <a:lstStyle/>
          <a:p>
            <a:pPr algn="ctr"/>
            <a:r>
              <a:rPr lang="it-IT" sz="1600" dirty="0">
                <a:solidFill>
                  <a:schemeClr val="bg1"/>
                </a:solidFill>
              </a:rPr>
              <a:t>TRANSFORM</a:t>
            </a:r>
          </a:p>
          <a:p>
            <a:pPr algn="ctr"/>
            <a:endParaRPr lang="it-IT" sz="1600" dirty="0">
              <a:solidFill>
                <a:schemeClr val="bg1"/>
              </a:solidFill>
            </a:endParaRPr>
          </a:p>
          <a:p>
            <a:pPr algn="ctr"/>
            <a:r>
              <a:rPr lang="it-IT" sz="1600" dirty="0">
                <a:solidFill>
                  <a:schemeClr val="bg1"/>
                </a:solidFill>
              </a:rPr>
              <a:t>data cleaning,</a:t>
            </a:r>
          </a:p>
          <a:p>
            <a:pPr algn="ctr"/>
            <a:r>
              <a:rPr lang="it-IT" sz="1600" dirty="0">
                <a:solidFill>
                  <a:schemeClr val="bg1"/>
                </a:solidFill>
              </a:rPr>
              <a:t>review translation,</a:t>
            </a:r>
          </a:p>
          <a:p>
            <a:pPr algn="ctr"/>
            <a:r>
              <a:rPr lang="it-IT" sz="1600" dirty="0">
                <a:solidFill>
                  <a:schemeClr val="bg1"/>
                </a:solidFill>
              </a:rPr>
              <a:t>boolean variables for claims</a:t>
            </a:r>
          </a:p>
        </p:txBody>
      </p:sp>
      <p:sp>
        <p:nvSpPr>
          <p:cNvPr id="36" name="TextBox 35">
            <a:extLst>
              <a:ext uri="{FF2B5EF4-FFF2-40B4-BE49-F238E27FC236}">
                <a16:creationId xmlns:a16="http://schemas.microsoft.com/office/drawing/2014/main" id="{934A2C60-6C62-A349-4E9D-B0F6B1E66035}"/>
              </a:ext>
            </a:extLst>
          </p:cNvPr>
          <p:cNvSpPr txBox="1"/>
          <p:nvPr/>
        </p:nvSpPr>
        <p:spPr>
          <a:xfrm>
            <a:off x="9601601" y="2305935"/>
            <a:ext cx="1909253" cy="1077218"/>
          </a:xfrm>
          <a:prstGeom prst="rect">
            <a:avLst/>
          </a:prstGeom>
          <a:noFill/>
        </p:spPr>
        <p:txBody>
          <a:bodyPr wrap="square" rtlCol="0">
            <a:spAutoFit/>
          </a:bodyPr>
          <a:lstStyle/>
          <a:p>
            <a:pPr algn="ctr"/>
            <a:r>
              <a:rPr lang="it-IT" sz="1600" dirty="0">
                <a:solidFill>
                  <a:schemeClr val="bg1"/>
                </a:solidFill>
              </a:rPr>
              <a:t>LOAD</a:t>
            </a:r>
          </a:p>
          <a:p>
            <a:pPr algn="ctr"/>
            <a:endParaRPr lang="it-IT" sz="1600" dirty="0">
              <a:solidFill>
                <a:schemeClr val="bg1"/>
              </a:solidFill>
            </a:endParaRPr>
          </a:p>
          <a:p>
            <a:pPr algn="ctr"/>
            <a:r>
              <a:rPr lang="it-IT" sz="1600" dirty="0">
                <a:solidFill>
                  <a:schemeClr val="bg1"/>
                </a:solidFill>
              </a:rPr>
              <a:t>relational DB as industiral standard</a:t>
            </a:r>
          </a:p>
        </p:txBody>
      </p:sp>
      <p:sp>
        <p:nvSpPr>
          <p:cNvPr id="38" name="TextBox 37">
            <a:extLst>
              <a:ext uri="{FF2B5EF4-FFF2-40B4-BE49-F238E27FC236}">
                <a16:creationId xmlns:a16="http://schemas.microsoft.com/office/drawing/2014/main" id="{82B2CA8F-B175-CD7B-6697-EA32C5D262CA}"/>
              </a:ext>
            </a:extLst>
          </p:cNvPr>
          <p:cNvSpPr txBox="1"/>
          <p:nvPr/>
        </p:nvSpPr>
        <p:spPr>
          <a:xfrm>
            <a:off x="990817" y="5506167"/>
            <a:ext cx="1909253" cy="369332"/>
          </a:xfrm>
          <a:prstGeom prst="rect">
            <a:avLst/>
          </a:prstGeom>
          <a:noFill/>
        </p:spPr>
        <p:txBody>
          <a:bodyPr wrap="square" rtlCol="0">
            <a:spAutoFit/>
          </a:bodyPr>
          <a:lstStyle/>
          <a:p>
            <a:pPr algn="r"/>
            <a:r>
              <a:rPr lang="it-IT" dirty="0"/>
              <a:t>ETL OUTPUT:</a:t>
            </a:r>
          </a:p>
        </p:txBody>
      </p:sp>
      <p:sp>
        <p:nvSpPr>
          <p:cNvPr id="40" name="TextBox 39">
            <a:extLst>
              <a:ext uri="{FF2B5EF4-FFF2-40B4-BE49-F238E27FC236}">
                <a16:creationId xmlns:a16="http://schemas.microsoft.com/office/drawing/2014/main" id="{269EE11C-06BC-2C16-F96E-91A1B531293B}"/>
              </a:ext>
            </a:extLst>
          </p:cNvPr>
          <p:cNvSpPr txBox="1"/>
          <p:nvPr/>
        </p:nvSpPr>
        <p:spPr>
          <a:xfrm>
            <a:off x="4918928" y="5029114"/>
            <a:ext cx="1909253" cy="1323439"/>
          </a:xfrm>
          <a:prstGeom prst="rect">
            <a:avLst/>
          </a:prstGeom>
          <a:noFill/>
        </p:spPr>
        <p:txBody>
          <a:bodyPr wrap="square" rtlCol="0">
            <a:spAutoFit/>
          </a:bodyPr>
          <a:lstStyle/>
          <a:p>
            <a:pPr algn="ctr"/>
            <a:r>
              <a:rPr lang="it-IT" sz="1600" dirty="0">
                <a:solidFill>
                  <a:schemeClr val="bg1"/>
                </a:solidFill>
              </a:rPr>
              <a:t>PRODUCT_DB</a:t>
            </a:r>
          </a:p>
          <a:p>
            <a:pPr algn="ctr"/>
            <a:endParaRPr lang="it-IT" sz="1600" dirty="0">
              <a:solidFill>
                <a:schemeClr val="bg1"/>
              </a:solidFill>
            </a:endParaRPr>
          </a:p>
          <a:p>
            <a:pPr algn="ctr"/>
            <a:r>
              <a:rPr lang="it-IT" sz="1600" dirty="0">
                <a:solidFill>
                  <a:schemeClr val="bg1"/>
                </a:solidFill>
              </a:rPr>
              <a:t>model, description, series, energy rating, claim</a:t>
            </a:r>
          </a:p>
        </p:txBody>
      </p:sp>
      <p:sp>
        <p:nvSpPr>
          <p:cNvPr id="42" name="TextBox 41">
            <a:extLst>
              <a:ext uri="{FF2B5EF4-FFF2-40B4-BE49-F238E27FC236}">
                <a16:creationId xmlns:a16="http://schemas.microsoft.com/office/drawing/2014/main" id="{670C6405-EC5D-EDD0-D802-413DA6C38BF8}"/>
              </a:ext>
            </a:extLst>
          </p:cNvPr>
          <p:cNvSpPr txBox="1"/>
          <p:nvPr/>
        </p:nvSpPr>
        <p:spPr>
          <a:xfrm>
            <a:off x="9601601" y="5029114"/>
            <a:ext cx="1909253" cy="1323439"/>
          </a:xfrm>
          <a:prstGeom prst="rect">
            <a:avLst/>
          </a:prstGeom>
          <a:noFill/>
        </p:spPr>
        <p:txBody>
          <a:bodyPr wrap="square" rtlCol="0">
            <a:spAutoFit/>
          </a:bodyPr>
          <a:lstStyle/>
          <a:p>
            <a:pPr algn="ctr"/>
            <a:r>
              <a:rPr lang="it-IT" sz="1600" dirty="0">
                <a:solidFill>
                  <a:schemeClr val="bg1"/>
                </a:solidFill>
              </a:rPr>
              <a:t>REVIEW_DB</a:t>
            </a:r>
          </a:p>
          <a:p>
            <a:pPr algn="ctr"/>
            <a:endParaRPr lang="it-IT" sz="1600" dirty="0">
              <a:solidFill>
                <a:schemeClr val="bg1"/>
              </a:solidFill>
            </a:endParaRPr>
          </a:p>
          <a:p>
            <a:pPr algn="ctr"/>
            <a:r>
              <a:rPr lang="it-IT" sz="1600" dirty="0">
                <a:solidFill>
                  <a:schemeClr val="bg1"/>
                </a:solidFill>
              </a:rPr>
              <a:t>review text, star rating, user info, date, country</a:t>
            </a:r>
          </a:p>
        </p:txBody>
      </p:sp>
      <p:sp>
        <p:nvSpPr>
          <p:cNvPr id="44" name="Shape 3">
            <a:extLst>
              <a:ext uri="{FF2B5EF4-FFF2-40B4-BE49-F238E27FC236}">
                <a16:creationId xmlns:a16="http://schemas.microsoft.com/office/drawing/2014/main" id="{3FF0F2FF-D386-6B41-CBE3-3BCE4B807300}"/>
              </a:ext>
            </a:extLst>
          </p:cNvPr>
          <p:cNvSpPr/>
          <p:nvPr/>
        </p:nvSpPr>
        <p:spPr>
          <a:xfrm>
            <a:off x="1223823" y="1163467"/>
            <a:ext cx="823893" cy="823893"/>
          </a:xfrm>
          <a:prstGeom prst="ellipse">
            <a:avLst/>
          </a:prstGeom>
          <a:solidFill>
            <a:srgbClr val="041E50"/>
          </a:solidFill>
          <a:ln/>
        </p:spPr>
        <p:txBody>
          <a:bodyPr/>
          <a:lstStyle/>
          <a:p>
            <a:endParaRPr lang="it-IT" noProof="0" dirty="0"/>
          </a:p>
        </p:txBody>
      </p:sp>
      <p:sp>
        <p:nvSpPr>
          <p:cNvPr id="46" name="Shape 8">
            <a:extLst>
              <a:ext uri="{FF2B5EF4-FFF2-40B4-BE49-F238E27FC236}">
                <a16:creationId xmlns:a16="http://schemas.microsoft.com/office/drawing/2014/main" id="{46849716-64B7-4FE1-04E6-AAB5B17DB584}"/>
              </a:ext>
            </a:extLst>
          </p:cNvPr>
          <p:cNvSpPr/>
          <p:nvPr/>
        </p:nvSpPr>
        <p:spPr>
          <a:xfrm>
            <a:off x="4201783" y="1163467"/>
            <a:ext cx="823893" cy="823893"/>
          </a:xfrm>
          <a:prstGeom prst="ellipse">
            <a:avLst/>
          </a:prstGeom>
          <a:solidFill>
            <a:srgbClr val="041E50"/>
          </a:solidFill>
          <a:ln/>
        </p:spPr>
        <p:txBody>
          <a:bodyPr/>
          <a:lstStyle/>
          <a:p>
            <a:endParaRPr lang="it-IT" noProof="0" dirty="0"/>
          </a:p>
        </p:txBody>
      </p:sp>
      <p:sp>
        <p:nvSpPr>
          <p:cNvPr id="48" name="Shape 13">
            <a:extLst>
              <a:ext uri="{FF2B5EF4-FFF2-40B4-BE49-F238E27FC236}">
                <a16:creationId xmlns:a16="http://schemas.microsoft.com/office/drawing/2014/main" id="{E781989F-6CBD-60C3-5768-A57F43FA5563}"/>
              </a:ext>
            </a:extLst>
          </p:cNvPr>
          <p:cNvSpPr/>
          <p:nvPr/>
        </p:nvSpPr>
        <p:spPr>
          <a:xfrm>
            <a:off x="7170322" y="1163467"/>
            <a:ext cx="823893" cy="823893"/>
          </a:xfrm>
          <a:prstGeom prst="ellipse">
            <a:avLst/>
          </a:prstGeom>
          <a:solidFill>
            <a:srgbClr val="041E50"/>
          </a:solidFill>
          <a:ln/>
        </p:spPr>
        <p:txBody>
          <a:bodyPr/>
          <a:lstStyle/>
          <a:p>
            <a:endParaRPr lang="it-IT" noProof="0" dirty="0"/>
          </a:p>
        </p:txBody>
      </p:sp>
      <p:sp>
        <p:nvSpPr>
          <p:cNvPr id="50" name="Shape 18">
            <a:extLst>
              <a:ext uri="{FF2B5EF4-FFF2-40B4-BE49-F238E27FC236}">
                <a16:creationId xmlns:a16="http://schemas.microsoft.com/office/drawing/2014/main" id="{90DBDF76-7EDF-30DC-56A2-967932BA155A}"/>
              </a:ext>
            </a:extLst>
          </p:cNvPr>
          <p:cNvSpPr/>
          <p:nvPr/>
        </p:nvSpPr>
        <p:spPr>
          <a:xfrm>
            <a:off x="10144280" y="1163467"/>
            <a:ext cx="823893" cy="823893"/>
          </a:xfrm>
          <a:prstGeom prst="ellipse">
            <a:avLst/>
          </a:prstGeom>
          <a:solidFill>
            <a:srgbClr val="DFE7EA"/>
          </a:solidFill>
          <a:ln/>
        </p:spPr>
        <p:txBody>
          <a:bodyPr/>
          <a:lstStyle/>
          <a:p>
            <a:endParaRPr lang="it-IT" noProof="0" dirty="0"/>
          </a:p>
        </p:txBody>
      </p:sp>
      <p:pic>
        <p:nvPicPr>
          <p:cNvPr id="52" name="Graphic 51" descr="Internet with solid fill">
            <a:extLst>
              <a:ext uri="{FF2B5EF4-FFF2-40B4-BE49-F238E27FC236}">
                <a16:creationId xmlns:a16="http://schemas.microsoft.com/office/drawing/2014/main" id="{05FAE0B2-7431-B80A-6BD8-50B1E54E4D0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9347" y="1238991"/>
            <a:ext cx="672844" cy="672844"/>
          </a:xfrm>
          <a:prstGeom prst="rect">
            <a:avLst/>
          </a:prstGeom>
        </p:spPr>
      </p:pic>
      <p:pic>
        <p:nvPicPr>
          <p:cNvPr id="54" name="Graphic 53" descr="Download from cloud with solid fill">
            <a:extLst>
              <a:ext uri="{FF2B5EF4-FFF2-40B4-BE49-F238E27FC236}">
                <a16:creationId xmlns:a16="http://schemas.microsoft.com/office/drawing/2014/main" id="{406DA7BC-4B11-4679-F137-261360F95A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71231" y="1238991"/>
            <a:ext cx="672844" cy="672844"/>
          </a:xfrm>
          <a:prstGeom prst="rect">
            <a:avLst/>
          </a:prstGeom>
        </p:spPr>
      </p:pic>
      <p:pic>
        <p:nvPicPr>
          <p:cNvPr id="56" name="Graphic 55" descr="Database with solid fill">
            <a:extLst>
              <a:ext uri="{FF2B5EF4-FFF2-40B4-BE49-F238E27FC236}">
                <a16:creationId xmlns:a16="http://schemas.microsoft.com/office/drawing/2014/main" id="{9337E2F7-C5F5-A518-1426-00BEE21099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19804" y="1238991"/>
            <a:ext cx="672844" cy="672844"/>
          </a:xfrm>
          <a:prstGeom prst="rect">
            <a:avLst/>
          </a:prstGeom>
        </p:spPr>
      </p:pic>
      <p:pic>
        <p:nvPicPr>
          <p:cNvPr id="58" name="Graphic 57" descr="Gears with solid fill">
            <a:extLst>
              <a:ext uri="{FF2B5EF4-FFF2-40B4-BE49-F238E27FC236}">
                <a16:creationId xmlns:a16="http://schemas.microsoft.com/office/drawing/2014/main" id="{79705079-6F78-F1B9-3797-48402989AD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45846" y="1238991"/>
            <a:ext cx="672844" cy="672844"/>
          </a:xfrm>
          <a:prstGeom prst="rect">
            <a:avLst/>
          </a:prstGeom>
        </p:spPr>
      </p:pic>
      <p:sp>
        <p:nvSpPr>
          <p:cNvPr id="60" name="Shape 18">
            <a:extLst>
              <a:ext uri="{FF2B5EF4-FFF2-40B4-BE49-F238E27FC236}">
                <a16:creationId xmlns:a16="http://schemas.microsoft.com/office/drawing/2014/main" id="{DFC8822B-97FF-47BE-84B2-25C269385352}"/>
              </a:ext>
            </a:extLst>
          </p:cNvPr>
          <p:cNvSpPr/>
          <p:nvPr/>
        </p:nvSpPr>
        <p:spPr>
          <a:xfrm>
            <a:off x="3702987" y="5278887"/>
            <a:ext cx="823893" cy="823893"/>
          </a:xfrm>
          <a:prstGeom prst="ellipse">
            <a:avLst/>
          </a:prstGeom>
          <a:solidFill>
            <a:srgbClr val="DFE7EA"/>
          </a:solidFill>
          <a:ln/>
        </p:spPr>
        <p:txBody>
          <a:bodyPr/>
          <a:lstStyle/>
          <a:p>
            <a:endParaRPr lang="it-IT" noProof="0" dirty="0"/>
          </a:p>
        </p:txBody>
      </p:sp>
      <p:pic>
        <p:nvPicPr>
          <p:cNvPr id="62" name="Graphic 61" descr="Database with solid fill">
            <a:extLst>
              <a:ext uri="{FF2B5EF4-FFF2-40B4-BE49-F238E27FC236}">
                <a16:creationId xmlns:a16="http://schemas.microsoft.com/office/drawing/2014/main" id="{ED520749-2060-2609-E27D-F0DADB6FECC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78511" y="5354411"/>
            <a:ext cx="672844" cy="672844"/>
          </a:xfrm>
          <a:prstGeom prst="rect">
            <a:avLst/>
          </a:prstGeom>
        </p:spPr>
      </p:pic>
      <p:sp>
        <p:nvSpPr>
          <p:cNvPr id="64" name="Shape 18">
            <a:extLst>
              <a:ext uri="{FF2B5EF4-FFF2-40B4-BE49-F238E27FC236}">
                <a16:creationId xmlns:a16="http://schemas.microsoft.com/office/drawing/2014/main" id="{B9AF47EB-948F-05D4-E654-B8DED5F06DAE}"/>
              </a:ext>
            </a:extLst>
          </p:cNvPr>
          <p:cNvSpPr/>
          <p:nvPr/>
        </p:nvSpPr>
        <p:spPr>
          <a:xfrm>
            <a:off x="8288171" y="5278887"/>
            <a:ext cx="823893" cy="823893"/>
          </a:xfrm>
          <a:prstGeom prst="ellipse">
            <a:avLst/>
          </a:prstGeom>
          <a:solidFill>
            <a:srgbClr val="DFE7EA"/>
          </a:solidFill>
          <a:ln/>
        </p:spPr>
        <p:txBody>
          <a:bodyPr/>
          <a:lstStyle/>
          <a:p>
            <a:endParaRPr lang="it-IT" noProof="0" dirty="0"/>
          </a:p>
        </p:txBody>
      </p:sp>
      <p:pic>
        <p:nvPicPr>
          <p:cNvPr id="66" name="Graphic 65" descr="Database with solid fill">
            <a:extLst>
              <a:ext uri="{FF2B5EF4-FFF2-40B4-BE49-F238E27FC236}">
                <a16:creationId xmlns:a16="http://schemas.microsoft.com/office/drawing/2014/main" id="{AA5FAFD4-D64A-B185-D630-AEAEF967BE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63695" y="5354411"/>
            <a:ext cx="672844" cy="672844"/>
          </a:xfrm>
          <a:prstGeom prst="rect">
            <a:avLst/>
          </a:prstGeom>
        </p:spPr>
      </p:pic>
    </p:spTree>
    <p:extLst>
      <p:ext uri="{BB962C8B-B14F-4D97-AF65-F5344CB8AC3E}">
        <p14:creationId xmlns:p14="http://schemas.microsoft.com/office/powerpoint/2010/main" val="1385622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C675F-CA4E-7EF0-F727-EF5F1A8FB63E}"/>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735216D-CFAA-1F53-3FD8-7C4B2AAE48ED}"/>
              </a:ext>
            </a:extLst>
          </p:cNvPr>
          <p:cNvSpPr>
            <a:spLocks noGrp="1"/>
          </p:cNvSpPr>
          <p:nvPr>
            <p:ph type="body" sz="half" idx="2"/>
          </p:nvPr>
        </p:nvSpPr>
        <p:spPr/>
        <p:txBody>
          <a:bodyPr/>
          <a:lstStyle/>
          <a:p>
            <a:endParaRPr lang="sv-SE"/>
          </a:p>
        </p:txBody>
      </p:sp>
      <p:sp>
        <p:nvSpPr>
          <p:cNvPr id="4" name="Title 3">
            <a:extLst>
              <a:ext uri="{FF2B5EF4-FFF2-40B4-BE49-F238E27FC236}">
                <a16:creationId xmlns:a16="http://schemas.microsoft.com/office/drawing/2014/main" id="{06D952CF-4C5C-CA3E-752E-010E1755C404}"/>
              </a:ext>
            </a:extLst>
          </p:cNvPr>
          <p:cNvSpPr>
            <a:spLocks noGrp="1"/>
          </p:cNvSpPr>
          <p:nvPr>
            <p:ph type="title"/>
          </p:nvPr>
        </p:nvSpPr>
        <p:spPr/>
        <p:txBody>
          <a:bodyPr/>
          <a:lstStyle/>
          <a:p>
            <a:r>
              <a:rPr lang="sv-SE" dirty="0"/>
              <a:t>EXTRACT phase – Scraping</a:t>
            </a:r>
          </a:p>
        </p:txBody>
      </p:sp>
      <p:sp>
        <p:nvSpPr>
          <p:cNvPr id="6" name="Rectangle: Rounded Corners 5">
            <a:extLst>
              <a:ext uri="{FF2B5EF4-FFF2-40B4-BE49-F238E27FC236}">
                <a16:creationId xmlns:a16="http://schemas.microsoft.com/office/drawing/2014/main" id="{3782BB9A-003D-32DE-7342-9E03ED746C75}"/>
              </a:ext>
            </a:extLst>
          </p:cNvPr>
          <p:cNvSpPr/>
          <p:nvPr/>
        </p:nvSpPr>
        <p:spPr>
          <a:xfrm>
            <a:off x="373856" y="1366497"/>
            <a:ext cx="5292208" cy="4315846"/>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8" name="Rectangle: Rounded Corners 7">
            <a:extLst>
              <a:ext uri="{FF2B5EF4-FFF2-40B4-BE49-F238E27FC236}">
                <a16:creationId xmlns:a16="http://schemas.microsoft.com/office/drawing/2014/main" id="{5218BB9D-B393-096F-91E9-F7BD4955CC27}"/>
              </a:ext>
            </a:extLst>
          </p:cNvPr>
          <p:cNvSpPr/>
          <p:nvPr/>
        </p:nvSpPr>
        <p:spPr>
          <a:xfrm>
            <a:off x="6525936" y="1366497"/>
            <a:ext cx="5292208" cy="431584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1" name="TextBox 10">
            <a:extLst>
              <a:ext uri="{FF2B5EF4-FFF2-40B4-BE49-F238E27FC236}">
                <a16:creationId xmlns:a16="http://schemas.microsoft.com/office/drawing/2014/main" id="{DD77DB85-7B0B-67F0-5D85-11AE3070020F}"/>
              </a:ext>
            </a:extLst>
          </p:cNvPr>
          <p:cNvSpPr txBox="1"/>
          <p:nvPr/>
        </p:nvSpPr>
        <p:spPr>
          <a:xfrm>
            <a:off x="1194318" y="1864196"/>
            <a:ext cx="3825552" cy="1077218"/>
          </a:xfrm>
          <a:prstGeom prst="rect">
            <a:avLst/>
          </a:prstGeom>
          <a:noFill/>
        </p:spPr>
        <p:txBody>
          <a:bodyPr wrap="square" rtlCol="0">
            <a:spAutoFit/>
          </a:bodyPr>
          <a:lstStyle/>
          <a:p>
            <a:r>
              <a:rPr lang="it-IT" sz="1600" b="1" dirty="0">
                <a:solidFill>
                  <a:srgbClr val="041E50"/>
                </a:solidFill>
              </a:rPr>
              <a:t>Sitemap scanning</a:t>
            </a:r>
          </a:p>
          <a:p>
            <a:r>
              <a:rPr lang="it-IT" sz="1600" dirty="0">
                <a:solidFill>
                  <a:srgbClr val="041E50"/>
                </a:solidFill>
              </a:rPr>
              <a:t>Looking for all products of type </a:t>
            </a:r>
            <a:r>
              <a:rPr lang="it-IT" sz="1600" i="1" dirty="0">
                <a:solidFill>
                  <a:srgbClr val="041E50"/>
                </a:solidFill>
              </a:rPr>
              <a:t>dishwasher</a:t>
            </a:r>
            <a:r>
              <a:rPr lang="it-IT" sz="1600" dirty="0">
                <a:solidFill>
                  <a:srgbClr val="041E50"/>
                </a:solidFill>
              </a:rPr>
              <a:t> with regex: model and URL associated to each product.</a:t>
            </a:r>
            <a:endParaRPr lang="it-IT" sz="1600" i="1" dirty="0">
              <a:solidFill>
                <a:srgbClr val="041E50"/>
              </a:solidFill>
            </a:endParaRPr>
          </a:p>
        </p:txBody>
      </p:sp>
      <p:sp>
        <p:nvSpPr>
          <p:cNvPr id="31" name="TextBox 30">
            <a:extLst>
              <a:ext uri="{FF2B5EF4-FFF2-40B4-BE49-F238E27FC236}">
                <a16:creationId xmlns:a16="http://schemas.microsoft.com/office/drawing/2014/main" id="{4E605C5C-3C86-3B17-BC17-B7591DF00EF6}"/>
              </a:ext>
            </a:extLst>
          </p:cNvPr>
          <p:cNvSpPr txBox="1"/>
          <p:nvPr/>
        </p:nvSpPr>
        <p:spPr>
          <a:xfrm>
            <a:off x="905070" y="1104887"/>
            <a:ext cx="1719774" cy="523220"/>
          </a:xfrm>
          <a:prstGeom prst="rect">
            <a:avLst/>
          </a:prstGeom>
          <a:solidFill>
            <a:srgbClr val="041E50"/>
          </a:solidFill>
        </p:spPr>
        <p:txBody>
          <a:bodyPr wrap="square" rtlCol="0">
            <a:spAutoFit/>
          </a:bodyPr>
          <a:lstStyle/>
          <a:p>
            <a:pPr algn="ctr"/>
            <a:r>
              <a:rPr lang="it-IT" sz="2800" dirty="0">
                <a:solidFill>
                  <a:schemeClr val="bg1"/>
                </a:solidFill>
              </a:rPr>
              <a:t>Models</a:t>
            </a:r>
          </a:p>
        </p:txBody>
      </p:sp>
      <p:sp>
        <p:nvSpPr>
          <p:cNvPr id="39" name="TextBox 38">
            <a:extLst>
              <a:ext uri="{FF2B5EF4-FFF2-40B4-BE49-F238E27FC236}">
                <a16:creationId xmlns:a16="http://schemas.microsoft.com/office/drawing/2014/main" id="{A91ECD3A-3F2D-D068-B74A-83A9C1DD4B79}"/>
              </a:ext>
            </a:extLst>
          </p:cNvPr>
          <p:cNvSpPr txBox="1"/>
          <p:nvPr/>
        </p:nvSpPr>
        <p:spPr>
          <a:xfrm>
            <a:off x="7053944" y="1107243"/>
            <a:ext cx="1719774" cy="523220"/>
          </a:xfrm>
          <a:prstGeom prst="rect">
            <a:avLst/>
          </a:prstGeom>
          <a:solidFill>
            <a:srgbClr val="041E50"/>
          </a:solidFill>
        </p:spPr>
        <p:txBody>
          <a:bodyPr wrap="square" rtlCol="0">
            <a:spAutoFit/>
          </a:bodyPr>
          <a:lstStyle/>
          <a:p>
            <a:pPr algn="ctr"/>
            <a:r>
              <a:rPr lang="it-IT" sz="2800" dirty="0">
                <a:solidFill>
                  <a:schemeClr val="bg1"/>
                </a:solidFill>
              </a:rPr>
              <a:t>Reviews</a:t>
            </a:r>
          </a:p>
        </p:txBody>
      </p:sp>
      <p:sp>
        <p:nvSpPr>
          <p:cNvPr id="43" name="TextBox 42">
            <a:extLst>
              <a:ext uri="{FF2B5EF4-FFF2-40B4-BE49-F238E27FC236}">
                <a16:creationId xmlns:a16="http://schemas.microsoft.com/office/drawing/2014/main" id="{BE6144E3-3D26-38C7-1DB0-BC89EFB44BFD}"/>
              </a:ext>
            </a:extLst>
          </p:cNvPr>
          <p:cNvSpPr txBox="1"/>
          <p:nvPr/>
        </p:nvSpPr>
        <p:spPr>
          <a:xfrm>
            <a:off x="1194318" y="3071400"/>
            <a:ext cx="3825552" cy="1077218"/>
          </a:xfrm>
          <a:prstGeom prst="rect">
            <a:avLst/>
          </a:prstGeom>
          <a:noFill/>
        </p:spPr>
        <p:txBody>
          <a:bodyPr wrap="square" rtlCol="0">
            <a:spAutoFit/>
          </a:bodyPr>
          <a:lstStyle/>
          <a:p>
            <a:r>
              <a:rPr lang="it-IT" sz="1600" b="1" dirty="0">
                <a:solidFill>
                  <a:srgbClr val="041E50"/>
                </a:solidFill>
              </a:rPr>
              <a:t>Dishwasher model scraping</a:t>
            </a:r>
          </a:p>
          <a:p>
            <a:r>
              <a:rPr lang="it-IT" sz="1600" dirty="0">
                <a:solidFill>
                  <a:srgbClr val="041E50"/>
                </a:solidFill>
              </a:rPr>
              <a:t>Extraction with BeautifulSoup of base information: name, energy rating, installation type, …</a:t>
            </a:r>
            <a:endParaRPr lang="it-IT" sz="1600" i="1" dirty="0">
              <a:solidFill>
                <a:srgbClr val="041E50"/>
              </a:solidFill>
            </a:endParaRPr>
          </a:p>
        </p:txBody>
      </p:sp>
      <p:sp>
        <p:nvSpPr>
          <p:cNvPr id="47" name="TextBox 46">
            <a:extLst>
              <a:ext uri="{FF2B5EF4-FFF2-40B4-BE49-F238E27FC236}">
                <a16:creationId xmlns:a16="http://schemas.microsoft.com/office/drawing/2014/main" id="{4D7C08D1-450F-BCF7-8593-0FF7AEBBE775}"/>
              </a:ext>
            </a:extLst>
          </p:cNvPr>
          <p:cNvSpPr txBox="1"/>
          <p:nvPr/>
        </p:nvSpPr>
        <p:spPr>
          <a:xfrm>
            <a:off x="1194318" y="4278603"/>
            <a:ext cx="3825552" cy="1077218"/>
          </a:xfrm>
          <a:prstGeom prst="rect">
            <a:avLst/>
          </a:prstGeom>
          <a:noFill/>
        </p:spPr>
        <p:txBody>
          <a:bodyPr wrap="square" rtlCol="0">
            <a:spAutoFit/>
          </a:bodyPr>
          <a:lstStyle/>
          <a:p>
            <a:r>
              <a:rPr lang="it-IT" sz="1600" b="1" dirty="0">
                <a:solidFill>
                  <a:srgbClr val="041E50"/>
                </a:solidFill>
              </a:rPr>
              <a:t>Claim scraping</a:t>
            </a:r>
          </a:p>
          <a:p>
            <a:r>
              <a:rPr lang="it-IT" sz="1600" dirty="0">
                <a:solidFill>
                  <a:srgbClr val="041E50"/>
                </a:solidFill>
              </a:rPr>
              <a:t>JavaScript string decoding generated during webpage loading. Concatenation of all claims in a string </a:t>
            </a:r>
            <a:r>
              <a:rPr lang="it-IT" sz="1600" i="1" dirty="0">
                <a:solidFill>
                  <a:srgbClr val="041E50"/>
                </a:solidFill>
              </a:rPr>
              <a:t>claim_raw</a:t>
            </a:r>
            <a:r>
              <a:rPr lang="it-IT" sz="1600" dirty="0">
                <a:solidFill>
                  <a:srgbClr val="041E50"/>
                </a:solidFill>
              </a:rPr>
              <a:t>.</a:t>
            </a:r>
          </a:p>
        </p:txBody>
      </p:sp>
      <p:sp>
        <p:nvSpPr>
          <p:cNvPr id="51" name="TextBox 50">
            <a:extLst>
              <a:ext uri="{FF2B5EF4-FFF2-40B4-BE49-F238E27FC236}">
                <a16:creationId xmlns:a16="http://schemas.microsoft.com/office/drawing/2014/main" id="{1EFD231C-C7D4-2D21-A5FE-6B4568C598FC}"/>
              </a:ext>
            </a:extLst>
          </p:cNvPr>
          <p:cNvSpPr txBox="1"/>
          <p:nvPr/>
        </p:nvSpPr>
        <p:spPr>
          <a:xfrm>
            <a:off x="7343192" y="1961069"/>
            <a:ext cx="3943738" cy="1569660"/>
          </a:xfrm>
          <a:prstGeom prst="rect">
            <a:avLst/>
          </a:prstGeom>
          <a:noFill/>
        </p:spPr>
        <p:txBody>
          <a:bodyPr wrap="square" rtlCol="0">
            <a:spAutoFit/>
          </a:bodyPr>
          <a:lstStyle/>
          <a:p>
            <a:r>
              <a:rPr lang="it-IT" sz="1600" b="1" dirty="0">
                <a:solidFill>
                  <a:schemeClr val="bg1"/>
                </a:solidFill>
              </a:rPr>
              <a:t>GraphQL API</a:t>
            </a:r>
          </a:p>
          <a:p>
            <a:r>
              <a:rPr lang="it-IT" sz="1600" dirty="0">
                <a:solidFill>
                  <a:schemeClr val="bg1"/>
                </a:solidFill>
              </a:rPr>
              <a:t>For each model, the API call gives a JSON back with all the reviews, not only for the selected model, but also for all the european equivalent models (this is a standard for all manufacturers).</a:t>
            </a:r>
          </a:p>
        </p:txBody>
      </p:sp>
      <p:sp>
        <p:nvSpPr>
          <p:cNvPr id="55" name="TextBox 54">
            <a:extLst>
              <a:ext uri="{FF2B5EF4-FFF2-40B4-BE49-F238E27FC236}">
                <a16:creationId xmlns:a16="http://schemas.microsoft.com/office/drawing/2014/main" id="{C6A0BB15-E16F-E09B-C278-C6CDA340CBB7}"/>
              </a:ext>
            </a:extLst>
          </p:cNvPr>
          <p:cNvSpPr txBox="1"/>
          <p:nvPr/>
        </p:nvSpPr>
        <p:spPr>
          <a:xfrm>
            <a:off x="7343192" y="3861335"/>
            <a:ext cx="3943738" cy="830997"/>
          </a:xfrm>
          <a:prstGeom prst="rect">
            <a:avLst/>
          </a:prstGeom>
          <a:noFill/>
        </p:spPr>
        <p:txBody>
          <a:bodyPr wrap="square" rtlCol="0">
            <a:spAutoFit/>
          </a:bodyPr>
          <a:lstStyle/>
          <a:p>
            <a:r>
              <a:rPr lang="it-IT" sz="1600" b="1" dirty="0">
                <a:solidFill>
                  <a:schemeClr val="bg1"/>
                </a:solidFill>
              </a:rPr>
              <a:t>Information retrieval</a:t>
            </a:r>
          </a:p>
          <a:p>
            <a:r>
              <a:rPr lang="it-IT" sz="1600" dirty="0">
                <a:solidFill>
                  <a:schemeClr val="bg1"/>
                </a:solidFill>
              </a:rPr>
              <a:t>Dictionary-like parsing of information: title, text, user info, rating, …</a:t>
            </a:r>
          </a:p>
        </p:txBody>
      </p:sp>
      <p:sp>
        <p:nvSpPr>
          <p:cNvPr id="59" name="Text 6">
            <a:extLst>
              <a:ext uri="{FF2B5EF4-FFF2-40B4-BE49-F238E27FC236}">
                <a16:creationId xmlns:a16="http://schemas.microsoft.com/office/drawing/2014/main" id="{68BC0A11-D37A-1214-E87B-F96992A7193C}"/>
              </a:ext>
            </a:extLst>
          </p:cNvPr>
          <p:cNvSpPr/>
          <p:nvPr/>
        </p:nvSpPr>
        <p:spPr>
          <a:xfrm>
            <a:off x="2371375" y="6253396"/>
            <a:ext cx="1463040" cy="232929"/>
          </a:xfrm>
          <a:prstGeom prst="rect">
            <a:avLst/>
          </a:prstGeom>
          <a:noFill/>
          <a:ln/>
        </p:spPr>
        <p:txBody>
          <a:bodyPr wrap="square" lIns="0" tIns="0" rIns="0" bIns="0" rtlCol="0" anchor="t"/>
          <a:lstStyle/>
          <a:p>
            <a:pPr marL="0" indent="0" algn="ctr">
              <a:buNone/>
            </a:pPr>
            <a:r>
              <a:rPr lang="it-IT" sz="1600" b="1" dirty="0">
                <a:solidFill>
                  <a:srgbClr val="041E50"/>
                </a:solidFill>
                <a:ea typeface="Calibri" pitchFamily="34" charset="-122"/>
                <a:cs typeface="Calibri" pitchFamily="34" charset="-120"/>
              </a:rPr>
              <a:t>p</a:t>
            </a:r>
            <a:r>
              <a:rPr lang="it-IT" sz="1600" b="1" noProof="0" dirty="0">
                <a:solidFill>
                  <a:srgbClr val="041E50"/>
                </a:solidFill>
                <a:ea typeface="Calibri" pitchFamily="34" charset="-122"/>
                <a:cs typeface="Calibri" pitchFamily="34" charset="-120"/>
              </a:rPr>
              <a:t>roducts.csv</a:t>
            </a:r>
            <a:endParaRPr lang="it-IT" sz="1600" noProof="0" dirty="0">
              <a:solidFill>
                <a:srgbClr val="041E50"/>
              </a:solidFill>
            </a:endParaRPr>
          </a:p>
        </p:txBody>
      </p:sp>
      <p:sp>
        <p:nvSpPr>
          <p:cNvPr id="63" name="Text 6">
            <a:extLst>
              <a:ext uri="{FF2B5EF4-FFF2-40B4-BE49-F238E27FC236}">
                <a16:creationId xmlns:a16="http://schemas.microsoft.com/office/drawing/2014/main" id="{58B8C76D-EEA1-195D-1ADB-46B252BD0BD7}"/>
              </a:ext>
            </a:extLst>
          </p:cNvPr>
          <p:cNvSpPr/>
          <p:nvPr/>
        </p:nvSpPr>
        <p:spPr>
          <a:xfrm>
            <a:off x="8440519" y="6257454"/>
            <a:ext cx="1463040" cy="232929"/>
          </a:xfrm>
          <a:prstGeom prst="rect">
            <a:avLst/>
          </a:prstGeom>
          <a:noFill/>
          <a:ln/>
        </p:spPr>
        <p:txBody>
          <a:bodyPr wrap="square" lIns="0" tIns="0" rIns="0" bIns="0" rtlCol="0" anchor="t"/>
          <a:lstStyle/>
          <a:p>
            <a:pPr marL="0" indent="0" algn="ctr">
              <a:buNone/>
            </a:pPr>
            <a:r>
              <a:rPr lang="it-IT" sz="1600" b="1" dirty="0">
                <a:solidFill>
                  <a:srgbClr val="041E50"/>
                </a:solidFill>
                <a:ea typeface="Calibri" pitchFamily="34" charset="-122"/>
                <a:cs typeface="Calibri" pitchFamily="34" charset="-120"/>
              </a:rPr>
              <a:t>reviews</a:t>
            </a:r>
            <a:r>
              <a:rPr lang="it-IT" sz="1600" b="1" noProof="0" dirty="0">
                <a:solidFill>
                  <a:srgbClr val="041E50"/>
                </a:solidFill>
                <a:ea typeface="Calibri" pitchFamily="34" charset="-122"/>
                <a:cs typeface="Calibri" pitchFamily="34" charset="-120"/>
              </a:rPr>
              <a:t>.csv</a:t>
            </a:r>
            <a:endParaRPr lang="it-IT" sz="1600" noProof="0" dirty="0">
              <a:solidFill>
                <a:srgbClr val="041E50"/>
              </a:solidFill>
            </a:endParaRPr>
          </a:p>
        </p:txBody>
      </p:sp>
      <p:sp>
        <p:nvSpPr>
          <p:cNvPr id="67" name="Arrow: Down 66">
            <a:extLst>
              <a:ext uri="{FF2B5EF4-FFF2-40B4-BE49-F238E27FC236}">
                <a16:creationId xmlns:a16="http://schemas.microsoft.com/office/drawing/2014/main" id="{EBB20761-AB59-8173-994C-1923B368A44E}"/>
              </a:ext>
            </a:extLst>
          </p:cNvPr>
          <p:cNvSpPr/>
          <p:nvPr/>
        </p:nvSpPr>
        <p:spPr>
          <a:xfrm>
            <a:off x="2933342" y="5447056"/>
            <a:ext cx="347503" cy="678056"/>
          </a:xfrm>
          <a:prstGeom prst="downArrow">
            <a:avLst/>
          </a:prstGeom>
          <a:solidFill>
            <a:srgbClr val="041E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9" name="Arrow: Down 68">
            <a:extLst>
              <a:ext uri="{FF2B5EF4-FFF2-40B4-BE49-F238E27FC236}">
                <a16:creationId xmlns:a16="http://schemas.microsoft.com/office/drawing/2014/main" id="{920CFCAA-DCB2-8A48-55B8-6D7DD0583B1D}"/>
              </a:ext>
            </a:extLst>
          </p:cNvPr>
          <p:cNvSpPr/>
          <p:nvPr/>
        </p:nvSpPr>
        <p:spPr>
          <a:xfrm>
            <a:off x="8998288" y="5447056"/>
            <a:ext cx="347503" cy="678056"/>
          </a:xfrm>
          <a:prstGeom prst="downArrow">
            <a:avLst/>
          </a:prstGeom>
          <a:solidFill>
            <a:srgbClr val="041E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71" name="Graphic 70" descr="Badge 3 with solid fill">
            <a:extLst>
              <a:ext uri="{FF2B5EF4-FFF2-40B4-BE49-F238E27FC236}">
                <a16:creationId xmlns:a16="http://schemas.microsoft.com/office/drawing/2014/main" id="{D9C230EE-FCA5-4F87-447D-D726104A43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2066" y="4494895"/>
            <a:ext cx="644633" cy="644633"/>
          </a:xfrm>
          <a:prstGeom prst="rect">
            <a:avLst/>
          </a:prstGeom>
        </p:spPr>
      </p:pic>
      <p:pic>
        <p:nvPicPr>
          <p:cNvPr id="73" name="Graphic 72" descr="Badge with solid fill">
            <a:extLst>
              <a:ext uri="{FF2B5EF4-FFF2-40B4-BE49-F238E27FC236}">
                <a16:creationId xmlns:a16="http://schemas.microsoft.com/office/drawing/2014/main" id="{8E54F4C2-B9B9-7B9C-E370-02FDB46344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2355" y="3202103"/>
            <a:ext cx="644633" cy="644633"/>
          </a:xfrm>
          <a:prstGeom prst="rect">
            <a:avLst/>
          </a:prstGeom>
        </p:spPr>
      </p:pic>
      <p:pic>
        <p:nvPicPr>
          <p:cNvPr id="75" name="Graphic 74" descr="Badge 1 with solid fill">
            <a:extLst>
              <a:ext uri="{FF2B5EF4-FFF2-40B4-BE49-F238E27FC236}">
                <a16:creationId xmlns:a16="http://schemas.microsoft.com/office/drawing/2014/main" id="{632AEE8D-6B13-76AD-FF6D-1DEB6B342A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2065" y="2084245"/>
            <a:ext cx="644633" cy="644633"/>
          </a:xfrm>
          <a:prstGeom prst="rect">
            <a:avLst/>
          </a:prstGeom>
        </p:spPr>
      </p:pic>
      <p:pic>
        <p:nvPicPr>
          <p:cNvPr id="77" name="Graphic 76" descr="Badge with solid fill">
            <a:extLst>
              <a:ext uri="{FF2B5EF4-FFF2-40B4-BE49-F238E27FC236}">
                <a16:creationId xmlns:a16="http://schemas.microsoft.com/office/drawing/2014/main" id="{85E9EC41-213A-681F-29E7-3C245BA359E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7689" y="3954516"/>
            <a:ext cx="644633" cy="644633"/>
          </a:xfrm>
          <a:prstGeom prst="rect">
            <a:avLst/>
          </a:prstGeom>
        </p:spPr>
      </p:pic>
      <p:pic>
        <p:nvPicPr>
          <p:cNvPr id="79" name="Graphic 78" descr="Badge 1 with solid fill">
            <a:extLst>
              <a:ext uri="{FF2B5EF4-FFF2-40B4-BE49-F238E27FC236}">
                <a16:creationId xmlns:a16="http://schemas.microsoft.com/office/drawing/2014/main" id="{0C4B6C50-FA19-24A7-5B9D-1F32178C06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97690" y="2470173"/>
            <a:ext cx="644633" cy="644633"/>
          </a:xfrm>
          <a:prstGeom prst="rect">
            <a:avLst/>
          </a:prstGeom>
        </p:spPr>
      </p:pic>
    </p:spTree>
    <p:extLst>
      <p:ext uri="{BB962C8B-B14F-4D97-AF65-F5344CB8AC3E}">
        <p14:creationId xmlns:p14="http://schemas.microsoft.com/office/powerpoint/2010/main" val="1027921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0E1BE-BA06-A3AD-B82B-562E6FEBB6E7}"/>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42B5E2A-EF42-AF11-789A-18D708BCD696}"/>
              </a:ext>
            </a:extLst>
          </p:cNvPr>
          <p:cNvSpPr>
            <a:spLocks noGrp="1"/>
          </p:cNvSpPr>
          <p:nvPr>
            <p:ph type="body" sz="half" idx="2"/>
          </p:nvPr>
        </p:nvSpPr>
        <p:spPr/>
        <p:txBody>
          <a:bodyPr/>
          <a:lstStyle/>
          <a:p>
            <a:endParaRPr lang="sv-SE"/>
          </a:p>
        </p:txBody>
      </p:sp>
      <p:sp>
        <p:nvSpPr>
          <p:cNvPr id="4" name="Title 3">
            <a:extLst>
              <a:ext uri="{FF2B5EF4-FFF2-40B4-BE49-F238E27FC236}">
                <a16:creationId xmlns:a16="http://schemas.microsoft.com/office/drawing/2014/main" id="{22114445-187D-B400-4305-C01ECCF3235D}"/>
              </a:ext>
            </a:extLst>
          </p:cNvPr>
          <p:cNvSpPr>
            <a:spLocks noGrp="1"/>
          </p:cNvSpPr>
          <p:nvPr>
            <p:ph type="title"/>
          </p:nvPr>
        </p:nvSpPr>
        <p:spPr/>
        <p:txBody>
          <a:bodyPr/>
          <a:lstStyle/>
          <a:p>
            <a:r>
              <a:rPr lang="sv-SE" dirty="0"/>
              <a:t>TRANSFORM phase – Products</a:t>
            </a:r>
          </a:p>
        </p:txBody>
      </p:sp>
      <p:sp>
        <p:nvSpPr>
          <p:cNvPr id="2" name="Rectangle: Rounded Corners 1">
            <a:extLst>
              <a:ext uri="{FF2B5EF4-FFF2-40B4-BE49-F238E27FC236}">
                <a16:creationId xmlns:a16="http://schemas.microsoft.com/office/drawing/2014/main" id="{C790797B-A808-70C2-BEA4-426A10063F47}"/>
              </a:ext>
            </a:extLst>
          </p:cNvPr>
          <p:cNvSpPr/>
          <p:nvPr/>
        </p:nvSpPr>
        <p:spPr>
          <a:xfrm>
            <a:off x="373856" y="1528997"/>
            <a:ext cx="5321509" cy="2008682"/>
          </a:xfrm>
          <a:prstGeom prst="roundRect">
            <a:avLst/>
          </a:prstGeom>
          <a:solidFill>
            <a:srgbClr val="DFE7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7" name="Rectangle: Rounded Corners 6">
            <a:extLst>
              <a:ext uri="{FF2B5EF4-FFF2-40B4-BE49-F238E27FC236}">
                <a16:creationId xmlns:a16="http://schemas.microsoft.com/office/drawing/2014/main" id="{808B6AD1-8F88-03C9-D86F-5ECBBD3522E0}"/>
              </a:ext>
            </a:extLst>
          </p:cNvPr>
          <p:cNvSpPr/>
          <p:nvPr/>
        </p:nvSpPr>
        <p:spPr>
          <a:xfrm>
            <a:off x="6496635" y="1528997"/>
            <a:ext cx="5321509" cy="2008682"/>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0" name="Rectangle: Rounded Corners 9">
            <a:extLst>
              <a:ext uri="{FF2B5EF4-FFF2-40B4-BE49-F238E27FC236}">
                <a16:creationId xmlns:a16="http://schemas.microsoft.com/office/drawing/2014/main" id="{58225CCE-65FB-5F43-BC1A-C1E0D95E1CBF}"/>
              </a:ext>
            </a:extLst>
          </p:cNvPr>
          <p:cNvSpPr/>
          <p:nvPr/>
        </p:nvSpPr>
        <p:spPr>
          <a:xfrm>
            <a:off x="373856" y="4019863"/>
            <a:ext cx="5321509" cy="2008682"/>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3" name="Rectangle: Rounded Corners 12">
            <a:extLst>
              <a:ext uri="{FF2B5EF4-FFF2-40B4-BE49-F238E27FC236}">
                <a16:creationId xmlns:a16="http://schemas.microsoft.com/office/drawing/2014/main" id="{C0078D15-85D6-7069-86F5-81D7AD26A3E6}"/>
              </a:ext>
            </a:extLst>
          </p:cNvPr>
          <p:cNvSpPr/>
          <p:nvPr/>
        </p:nvSpPr>
        <p:spPr>
          <a:xfrm>
            <a:off x="6496634" y="4019863"/>
            <a:ext cx="5321509" cy="2008682"/>
          </a:xfrm>
          <a:prstGeom prst="roundRect">
            <a:avLst/>
          </a:prstGeom>
          <a:solidFill>
            <a:srgbClr val="041E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5" name="Shape 3">
            <a:extLst>
              <a:ext uri="{FF2B5EF4-FFF2-40B4-BE49-F238E27FC236}">
                <a16:creationId xmlns:a16="http://schemas.microsoft.com/office/drawing/2014/main" id="{A96919F6-A140-BA37-AE02-EBF3C4A867B3}"/>
              </a:ext>
            </a:extLst>
          </p:cNvPr>
          <p:cNvSpPr/>
          <p:nvPr/>
        </p:nvSpPr>
        <p:spPr>
          <a:xfrm>
            <a:off x="746035" y="2202719"/>
            <a:ext cx="661238" cy="661238"/>
          </a:xfrm>
          <a:prstGeom prst="ellipse">
            <a:avLst/>
          </a:prstGeom>
          <a:solidFill>
            <a:srgbClr val="041E50"/>
          </a:solidFill>
          <a:ln/>
        </p:spPr>
        <p:txBody>
          <a:bodyPr/>
          <a:lstStyle/>
          <a:p>
            <a:endParaRPr lang="it-IT" noProof="0" dirty="0"/>
          </a:p>
        </p:txBody>
      </p:sp>
      <p:sp>
        <p:nvSpPr>
          <p:cNvPr id="21" name="Shape 7">
            <a:extLst>
              <a:ext uri="{FF2B5EF4-FFF2-40B4-BE49-F238E27FC236}">
                <a16:creationId xmlns:a16="http://schemas.microsoft.com/office/drawing/2014/main" id="{679A9843-6243-34DA-0E57-5F867B4100DE}"/>
              </a:ext>
            </a:extLst>
          </p:cNvPr>
          <p:cNvSpPr/>
          <p:nvPr/>
        </p:nvSpPr>
        <p:spPr>
          <a:xfrm>
            <a:off x="7026524" y="2202719"/>
            <a:ext cx="661238" cy="661238"/>
          </a:xfrm>
          <a:prstGeom prst="ellipse">
            <a:avLst/>
          </a:prstGeom>
          <a:solidFill>
            <a:srgbClr val="041E50"/>
          </a:solidFill>
          <a:ln/>
        </p:spPr>
        <p:txBody>
          <a:bodyPr/>
          <a:lstStyle/>
          <a:p>
            <a:endParaRPr lang="it-IT" noProof="0" dirty="0"/>
          </a:p>
        </p:txBody>
      </p:sp>
      <p:sp>
        <p:nvSpPr>
          <p:cNvPr id="27" name="Shape 11">
            <a:extLst>
              <a:ext uri="{FF2B5EF4-FFF2-40B4-BE49-F238E27FC236}">
                <a16:creationId xmlns:a16="http://schemas.microsoft.com/office/drawing/2014/main" id="{E511E8EB-9B91-CE27-1023-6C2E20C29A29}"/>
              </a:ext>
            </a:extLst>
          </p:cNvPr>
          <p:cNvSpPr/>
          <p:nvPr/>
        </p:nvSpPr>
        <p:spPr>
          <a:xfrm>
            <a:off x="746035" y="4693585"/>
            <a:ext cx="661238" cy="661238"/>
          </a:xfrm>
          <a:prstGeom prst="ellipse">
            <a:avLst/>
          </a:prstGeom>
          <a:solidFill>
            <a:srgbClr val="041E50"/>
          </a:solidFill>
          <a:ln/>
        </p:spPr>
        <p:txBody>
          <a:bodyPr/>
          <a:lstStyle/>
          <a:p>
            <a:endParaRPr lang="it-IT" noProof="0" dirty="0"/>
          </a:p>
        </p:txBody>
      </p:sp>
      <p:sp>
        <p:nvSpPr>
          <p:cNvPr id="34" name="Shape 15">
            <a:extLst>
              <a:ext uri="{FF2B5EF4-FFF2-40B4-BE49-F238E27FC236}">
                <a16:creationId xmlns:a16="http://schemas.microsoft.com/office/drawing/2014/main" id="{1D300DB0-FD1D-2F3F-1F85-1D50E520CABF}"/>
              </a:ext>
            </a:extLst>
          </p:cNvPr>
          <p:cNvSpPr/>
          <p:nvPr/>
        </p:nvSpPr>
        <p:spPr>
          <a:xfrm>
            <a:off x="7026524" y="4693585"/>
            <a:ext cx="661238" cy="661238"/>
          </a:xfrm>
          <a:prstGeom prst="ellipse">
            <a:avLst/>
          </a:prstGeom>
          <a:solidFill>
            <a:srgbClr val="DFE7EA"/>
          </a:solidFill>
          <a:ln/>
        </p:spPr>
        <p:txBody>
          <a:bodyPr/>
          <a:lstStyle/>
          <a:p>
            <a:endParaRPr lang="it-IT" noProof="0" dirty="0"/>
          </a:p>
        </p:txBody>
      </p:sp>
      <p:pic>
        <p:nvPicPr>
          <p:cNvPr id="41" name="Graphic 40" descr="Table with solid fill">
            <a:extLst>
              <a:ext uri="{FF2B5EF4-FFF2-40B4-BE49-F238E27FC236}">
                <a16:creationId xmlns:a16="http://schemas.microsoft.com/office/drawing/2014/main" id="{A7013B13-493A-FE56-4522-BC7F730B80D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32805" y="4799867"/>
            <a:ext cx="448675" cy="448675"/>
          </a:xfrm>
          <a:prstGeom prst="rect">
            <a:avLst/>
          </a:prstGeom>
        </p:spPr>
      </p:pic>
      <p:pic>
        <p:nvPicPr>
          <p:cNvPr id="44" name="Graphic 43" descr="Magnifying glass with solid fill">
            <a:extLst>
              <a:ext uri="{FF2B5EF4-FFF2-40B4-BE49-F238E27FC236}">
                <a16:creationId xmlns:a16="http://schemas.microsoft.com/office/drawing/2014/main" id="{A10668BA-0861-908F-8D01-C2FAF49373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2316" y="4799867"/>
            <a:ext cx="448675" cy="448675"/>
          </a:xfrm>
          <a:prstGeom prst="rect">
            <a:avLst/>
          </a:prstGeom>
        </p:spPr>
      </p:pic>
      <p:pic>
        <p:nvPicPr>
          <p:cNvPr id="46" name="Graphic 45" descr="Mop and bucket with solid fill">
            <a:extLst>
              <a:ext uri="{FF2B5EF4-FFF2-40B4-BE49-F238E27FC236}">
                <a16:creationId xmlns:a16="http://schemas.microsoft.com/office/drawing/2014/main" id="{61DD5482-A25D-95A6-BF19-497AB4A49A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37952" y="2309001"/>
            <a:ext cx="448675" cy="448675"/>
          </a:xfrm>
          <a:prstGeom prst="rect">
            <a:avLst/>
          </a:prstGeom>
        </p:spPr>
      </p:pic>
      <p:pic>
        <p:nvPicPr>
          <p:cNvPr id="49" name="Graphic 48" descr="Filter with solid fill">
            <a:extLst>
              <a:ext uri="{FF2B5EF4-FFF2-40B4-BE49-F238E27FC236}">
                <a16:creationId xmlns:a16="http://schemas.microsoft.com/office/drawing/2014/main" id="{A287D770-5F2F-A6CC-3439-91422D6B290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6266" y="2309001"/>
            <a:ext cx="448675" cy="448675"/>
          </a:xfrm>
          <a:prstGeom prst="rect">
            <a:avLst/>
          </a:prstGeom>
        </p:spPr>
      </p:pic>
      <p:sp>
        <p:nvSpPr>
          <p:cNvPr id="52" name="TextBox 51">
            <a:extLst>
              <a:ext uri="{FF2B5EF4-FFF2-40B4-BE49-F238E27FC236}">
                <a16:creationId xmlns:a16="http://schemas.microsoft.com/office/drawing/2014/main" id="{74F8F015-A024-1B28-8782-DED227876207}"/>
              </a:ext>
            </a:extLst>
          </p:cNvPr>
          <p:cNvSpPr txBox="1"/>
          <p:nvPr/>
        </p:nvSpPr>
        <p:spPr>
          <a:xfrm>
            <a:off x="1589334" y="1871619"/>
            <a:ext cx="3825552" cy="1323439"/>
          </a:xfrm>
          <a:prstGeom prst="rect">
            <a:avLst/>
          </a:prstGeom>
          <a:noFill/>
        </p:spPr>
        <p:txBody>
          <a:bodyPr wrap="square" rtlCol="0">
            <a:spAutoFit/>
          </a:bodyPr>
          <a:lstStyle/>
          <a:p>
            <a:r>
              <a:rPr lang="it-IT" sz="1600" b="1" dirty="0">
                <a:solidFill>
                  <a:srgbClr val="041E50"/>
                </a:solidFill>
              </a:rPr>
              <a:t>Dishwasher filter</a:t>
            </a:r>
          </a:p>
          <a:p>
            <a:endParaRPr lang="it-IT" sz="1600" i="1" dirty="0">
              <a:solidFill>
                <a:srgbClr val="041E50"/>
              </a:solidFill>
            </a:endParaRPr>
          </a:p>
          <a:p>
            <a:r>
              <a:rPr lang="it-IT" sz="1600" dirty="0">
                <a:solidFill>
                  <a:srgbClr val="041E50"/>
                </a:solidFill>
              </a:rPr>
              <a:t>Filtering of all dishwasher products: </a:t>
            </a:r>
            <a:r>
              <a:rPr lang="it-IT" sz="1600" i="1" dirty="0">
                <a:solidFill>
                  <a:srgbClr val="041E50"/>
                </a:solidFill>
              </a:rPr>
              <a:t>e.g. </a:t>
            </a:r>
            <a:r>
              <a:rPr lang="it-IT" sz="1600" dirty="0">
                <a:solidFill>
                  <a:srgbClr val="041E50"/>
                </a:solidFill>
              </a:rPr>
              <a:t>removing all entries with </a:t>
            </a:r>
            <a:r>
              <a:rPr lang="it-IT" sz="1600" i="1" dirty="0">
                <a:solidFill>
                  <a:srgbClr val="041E50"/>
                </a:solidFill>
              </a:rPr>
              <a:t>/accessori/ </a:t>
            </a:r>
            <a:r>
              <a:rPr lang="it-IT" sz="1600" dirty="0">
                <a:solidFill>
                  <a:srgbClr val="041E50"/>
                </a:solidFill>
              </a:rPr>
              <a:t>in the URL.</a:t>
            </a:r>
          </a:p>
        </p:txBody>
      </p:sp>
      <p:sp>
        <p:nvSpPr>
          <p:cNvPr id="54" name="TextBox 53">
            <a:extLst>
              <a:ext uri="{FF2B5EF4-FFF2-40B4-BE49-F238E27FC236}">
                <a16:creationId xmlns:a16="http://schemas.microsoft.com/office/drawing/2014/main" id="{4D7C6B86-01C7-C5F2-BFF5-93F9FDEB3028}"/>
              </a:ext>
            </a:extLst>
          </p:cNvPr>
          <p:cNvSpPr txBox="1"/>
          <p:nvPr/>
        </p:nvSpPr>
        <p:spPr>
          <a:xfrm>
            <a:off x="7939222" y="1748508"/>
            <a:ext cx="3594529" cy="1569660"/>
          </a:xfrm>
          <a:prstGeom prst="rect">
            <a:avLst/>
          </a:prstGeom>
          <a:noFill/>
        </p:spPr>
        <p:txBody>
          <a:bodyPr wrap="square" rtlCol="0">
            <a:spAutoFit/>
          </a:bodyPr>
          <a:lstStyle/>
          <a:p>
            <a:r>
              <a:rPr lang="it-IT" sz="1600" b="1" dirty="0">
                <a:solidFill>
                  <a:srgbClr val="041E50"/>
                </a:solidFill>
              </a:rPr>
              <a:t>Name cleaning</a:t>
            </a:r>
          </a:p>
          <a:p>
            <a:endParaRPr lang="it-IT" sz="1600" i="1" dirty="0">
              <a:solidFill>
                <a:srgbClr val="041E50"/>
              </a:solidFill>
            </a:endParaRPr>
          </a:p>
          <a:p>
            <a:r>
              <a:rPr lang="it-IT" sz="1600" dirty="0">
                <a:solidFill>
                  <a:srgbClr val="041E50"/>
                </a:solidFill>
              </a:rPr>
              <a:t>Removing spurious sub-strings in the name, </a:t>
            </a:r>
            <a:r>
              <a:rPr lang="it-IT" sz="1600" i="1" dirty="0">
                <a:solidFill>
                  <a:srgbClr val="041E50"/>
                </a:solidFill>
              </a:rPr>
              <a:t>e.g</a:t>
            </a:r>
            <a:r>
              <a:rPr lang="it-IT" sz="1600" dirty="0">
                <a:solidFill>
                  <a:srgbClr val="041E50"/>
                </a:solidFill>
              </a:rPr>
              <a:t>. those containing dishwasher model, already stored in a dedicated field.</a:t>
            </a:r>
          </a:p>
        </p:txBody>
      </p:sp>
      <p:sp>
        <p:nvSpPr>
          <p:cNvPr id="57" name="TextBox 56">
            <a:extLst>
              <a:ext uri="{FF2B5EF4-FFF2-40B4-BE49-F238E27FC236}">
                <a16:creationId xmlns:a16="http://schemas.microsoft.com/office/drawing/2014/main" id="{C04625B9-A240-80CD-3561-94514969A285}"/>
              </a:ext>
            </a:extLst>
          </p:cNvPr>
          <p:cNvSpPr txBox="1"/>
          <p:nvPr/>
        </p:nvSpPr>
        <p:spPr>
          <a:xfrm>
            <a:off x="1589334" y="4362485"/>
            <a:ext cx="3825551" cy="1323439"/>
          </a:xfrm>
          <a:prstGeom prst="rect">
            <a:avLst/>
          </a:prstGeom>
          <a:noFill/>
        </p:spPr>
        <p:txBody>
          <a:bodyPr wrap="square" rtlCol="0">
            <a:spAutoFit/>
          </a:bodyPr>
          <a:lstStyle/>
          <a:p>
            <a:r>
              <a:rPr lang="it-IT" sz="1600" b="1" dirty="0">
                <a:solidFill>
                  <a:srgbClr val="041E50"/>
                </a:solidFill>
              </a:rPr>
              <a:t>Claim detection</a:t>
            </a:r>
          </a:p>
          <a:p>
            <a:endParaRPr lang="it-IT" sz="1600" i="1" dirty="0">
              <a:solidFill>
                <a:srgbClr val="041E50"/>
              </a:solidFill>
            </a:endParaRPr>
          </a:p>
          <a:p>
            <a:r>
              <a:rPr lang="it-IT" sz="1600" dirty="0">
                <a:solidFill>
                  <a:srgbClr val="041E50"/>
                </a:solidFill>
              </a:rPr>
              <a:t>22 regex pattern to recognize claims based on </a:t>
            </a:r>
            <a:r>
              <a:rPr lang="it-IT" sz="1600" i="1" dirty="0">
                <a:solidFill>
                  <a:srgbClr val="041E50"/>
                </a:solidFill>
              </a:rPr>
              <a:t>claim_raw </a:t>
            </a:r>
            <a:r>
              <a:rPr lang="it-IT" sz="1600" dirty="0">
                <a:solidFill>
                  <a:srgbClr val="041E50"/>
                </a:solidFill>
              </a:rPr>
              <a:t>string. Creation of a boolean variable </a:t>
            </a:r>
            <a:r>
              <a:rPr lang="it-IT" sz="1600" i="1" dirty="0">
                <a:solidFill>
                  <a:srgbClr val="041E50"/>
                </a:solidFill>
              </a:rPr>
              <a:t>has_*</a:t>
            </a:r>
            <a:r>
              <a:rPr lang="it-IT" sz="1600" dirty="0">
                <a:solidFill>
                  <a:srgbClr val="041E50"/>
                </a:solidFill>
              </a:rPr>
              <a:t> for each claim.</a:t>
            </a:r>
          </a:p>
        </p:txBody>
      </p:sp>
      <p:sp>
        <p:nvSpPr>
          <p:cNvPr id="60" name="TextBox 59">
            <a:extLst>
              <a:ext uri="{FF2B5EF4-FFF2-40B4-BE49-F238E27FC236}">
                <a16:creationId xmlns:a16="http://schemas.microsoft.com/office/drawing/2014/main" id="{A830EF53-7370-FFA0-C62D-7300DF20B966}"/>
              </a:ext>
            </a:extLst>
          </p:cNvPr>
          <p:cNvSpPr txBox="1"/>
          <p:nvPr/>
        </p:nvSpPr>
        <p:spPr>
          <a:xfrm>
            <a:off x="7925798" y="4116263"/>
            <a:ext cx="3594529" cy="1815882"/>
          </a:xfrm>
          <a:prstGeom prst="rect">
            <a:avLst/>
          </a:prstGeom>
          <a:noFill/>
        </p:spPr>
        <p:txBody>
          <a:bodyPr wrap="square" rtlCol="0">
            <a:spAutoFit/>
          </a:bodyPr>
          <a:lstStyle/>
          <a:p>
            <a:r>
              <a:rPr lang="it-IT" sz="1600" b="1" dirty="0">
                <a:solidFill>
                  <a:schemeClr val="bg1"/>
                </a:solidFill>
              </a:rPr>
              <a:t>Output: stg_products.csv</a:t>
            </a:r>
          </a:p>
          <a:p>
            <a:endParaRPr lang="it-IT" sz="1600" i="1" dirty="0">
              <a:solidFill>
                <a:schemeClr val="bg1"/>
              </a:solidFill>
            </a:endParaRPr>
          </a:p>
          <a:p>
            <a:r>
              <a:rPr lang="it-IT" sz="1600" dirty="0">
                <a:solidFill>
                  <a:schemeClr val="bg1"/>
                </a:solidFill>
              </a:rPr>
              <a:t>csv file with the following colums: </a:t>
            </a:r>
            <a:r>
              <a:rPr lang="it-IT" sz="1600" i="1" dirty="0">
                <a:solidFill>
                  <a:schemeClr val="bg1"/>
                </a:solidFill>
              </a:rPr>
              <a:t>code</a:t>
            </a:r>
            <a:r>
              <a:rPr lang="it-IT" sz="1600" dirty="0">
                <a:solidFill>
                  <a:schemeClr val="bg1"/>
                </a:solidFill>
              </a:rPr>
              <a:t>,</a:t>
            </a:r>
            <a:r>
              <a:rPr lang="it-IT" sz="1600" i="1" dirty="0">
                <a:solidFill>
                  <a:schemeClr val="bg1"/>
                </a:solidFill>
              </a:rPr>
              <a:t> name</a:t>
            </a:r>
            <a:r>
              <a:rPr lang="it-IT" sz="1600" dirty="0">
                <a:solidFill>
                  <a:schemeClr val="bg1"/>
                </a:solidFill>
              </a:rPr>
              <a:t>,</a:t>
            </a:r>
            <a:r>
              <a:rPr lang="it-IT" sz="1600" i="1" dirty="0">
                <a:solidFill>
                  <a:schemeClr val="bg1"/>
                </a:solidFill>
              </a:rPr>
              <a:t> series</a:t>
            </a:r>
            <a:r>
              <a:rPr lang="it-IT" sz="1600" dirty="0">
                <a:solidFill>
                  <a:schemeClr val="bg1"/>
                </a:solidFill>
              </a:rPr>
              <a:t>,</a:t>
            </a:r>
            <a:r>
              <a:rPr lang="it-IT" sz="1600" i="1" dirty="0">
                <a:solidFill>
                  <a:schemeClr val="bg1"/>
                </a:solidFill>
              </a:rPr>
              <a:t> install_type</a:t>
            </a:r>
            <a:r>
              <a:rPr lang="it-IT" sz="1600" dirty="0">
                <a:solidFill>
                  <a:schemeClr val="bg1"/>
                </a:solidFill>
              </a:rPr>
              <a:t>,</a:t>
            </a:r>
            <a:r>
              <a:rPr lang="it-IT" sz="1600" i="1" dirty="0">
                <a:solidFill>
                  <a:schemeClr val="bg1"/>
                </a:solidFill>
              </a:rPr>
              <a:t> energy_class</a:t>
            </a:r>
            <a:r>
              <a:rPr lang="it-IT" sz="1600" dirty="0">
                <a:solidFill>
                  <a:schemeClr val="bg1"/>
                </a:solidFill>
              </a:rPr>
              <a:t>,</a:t>
            </a:r>
            <a:r>
              <a:rPr lang="it-IT" sz="1600" i="1" dirty="0">
                <a:solidFill>
                  <a:schemeClr val="bg1"/>
                </a:solidFill>
              </a:rPr>
              <a:t> avg_rating</a:t>
            </a:r>
            <a:r>
              <a:rPr lang="it-IT" sz="1600" dirty="0">
                <a:solidFill>
                  <a:schemeClr val="bg1"/>
                </a:solidFill>
              </a:rPr>
              <a:t>,</a:t>
            </a:r>
            <a:r>
              <a:rPr lang="it-IT" sz="1600" i="1" dirty="0">
                <a:solidFill>
                  <a:schemeClr val="bg1"/>
                </a:solidFill>
              </a:rPr>
              <a:t> review_count</a:t>
            </a:r>
            <a:r>
              <a:rPr lang="it-IT" sz="1600" dirty="0">
                <a:solidFill>
                  <a:schemeClr val="bg1"/>
                </a:solidFill>
              </a:rPr>
              <a:t>,</a:t>
            </a:r>
            <a:r>
              <a:rPr lang="it-IT" sz="1600" i="1" dirty="0">
                <a:solidFill>
                  <a:schemeClr val="bg1"/>
                </a:solidFill>
              </a:rPr>
              <a:t> is_discontinued</a:t>
            </a:r>
            <a:r>
              <a:rPr lang="it-IT" sz="1600" dirty="0">
                <a:solidFill>
                  <a:schemeClr val="bg1"/>
                </a:solidFill>
              </a:rPr>
              <a:t>,</a:t>
            </a:r>
            <a:r>
              <a:rPr lang="it-IT" sz="1600" i="1" dirty="0">
                <a:solidFill>
                  <a:schemeClr val="bg1"/>
                </a:solidFill>
              </a:rPr>
              <a:t> url</a:t>
            </a:r>
            <a:r>
              <a:rPr lang="it-IT" sz="1600" dirty="0">
                <a:solidFill>
                  <a:schemeClr val="bg1"/>
                </a:solidFill>
              </a:rPr>
              <a:t>,</a:t>
            </a:r>
            <a:r>
              <a:rPr lang="it-IT" sz="1600" i="1" dirty="0">
                <a:solidFill>
                  <a:schemeClr val="bg1"/>
                </a:solidFill>
              </a:rPr>
              <a:t> claim_raw</a:t>
            </a:r>
            <a:r>
              <a:rPr lang="it-IT" sz="1600" dirty="0">
                <a:solidFill>
                  <a:schemeClr val="bg1"/>
                </a:solidFill>
              </a:rPr>
              <a:t>,</a:t>
            </a:r>
            <a:r>
              <a:rPr lang="it-IT" sz="1600" i="1" dirty="0">
                <a:solidFill>
                  <a:schemeClr val="bg1"/>
                </a:solidFill>
              </a:rPr>
              <a:t> has_*</a:t>
            </a:r>
            <a:r>
              <a:rPr lang="it-IT" sz="1600" dirty="0">
                <a:solidFill>
                  <a:schemeClr val="bg1"/>
                </a:solidFill>
              </a:rPr>
              <a:t>,</a:t>
            </a:r>
            <a:r>
              <a:rPr lang="it-IT" sz="1600" i="1" dirty="0">
                <a:solidFill>
                  <a:schemeClr val="bg1"/>
                </a:solidFill>
              </a:rPr>
              <a:t> has_*_evidence</a:t>
            </a:r>
            <a:r>
              <a:rPr lang="it-IT" sz="1600" dirty="0">
                <a:solidFill>
                  <a:schemeClr val="bg1"/>
                </a:solidFill>
              </a:rPr>
              <a:t>.</a:t>
            </a:r>
          </a:p>
        </p:txBody>
      </p:sp>
    </p:spTree>
    <p:extLst>
      <p:ext uri="{BB962C8B-B14F-4D97-AF65-F5344CB8AC3E}">
        <p14:creationId xmlns:p14="http://schemas.microsoft.com/office/powerpoint/2010/main" val="3220428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9210C-6847-F235-97BB-C33C5FC26DB8}"/>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916E9B3F-E007-B27B-E85A-938D34F0CE0D}"/>
              </a:ext>
            </a:extLst>
          </p:cNvPr>
          <p:cNvSpPr>
            <a:spLocks noGrp="1"/>
          </p:cNvSpPr>
          <p:nvPr>
            <p:ph type="body" sz="half" idx="2"/>
          </p:nvPr>
        </p:nvSpPr>
        <p:spPr/>
        <p:txBody>
          <a:bodyPr/>
          <a:lstStyle/>
          <a:p>
            <a:endParaRPr lang="sv-SE"/>
          </a:p>
        </p:txBody>
      </p:sp>
      <p:sp>
        <p:nvSpPr>
          <p:cNvPr id="4" name="Title 3">
            <a:extLst>
              <a:ext uri="{FF2B5EF4-FFF2-40B4-BE49-F238E27FC236}">
                <a16:creationId xmlns:a16="http://schemas.microsoft.com/office/drawing/2014/main" id="{D00A2103-34D3-60B8-FBDD-9EC1B4AAD213}"/>
              </a:ext>
            </a:extLst>
          </p:cNvPr>
          <p:cNvSpPr>
            <a:spLocks noGrp="1"/>
          </p:cNvSpPr>
          <p:nvPr>
            <p:ph type="title"/>
          </p:nvPr>
        </p:nvSpPr>
        <p:spPr/>
        <p:txBody>
          <a:bodyPr/>
          <a:lstStyle/>
          <a:p>
            <a:r>
              <a:rPr lang="sv-SE" dirty="0"/>
              <a:t>TRANSFORM phase – Products</a:t>
            </a:r>
          </a:p>
        </p:txBody>
      </p:sp>
      <p:sp>
        <p:nvSpPr>
          <p:cNvPr id="2" name="Rectangle: Rounded Corners 1">
            <a:extLst>
              <a:ext uri="{FF2B5EF4-FFF2-40B4-BE49-F238E27FC236}">
                <a16:creationId xmlns:a16="http://schemas.microsoft.com/office/drawing/2014/main" id="{9228FC03-8FEA-63B4-162E-EF65DBD6670E}"/>
              </a:ext>
            </a:extLst>
          </p:cNvPr>
          <p:cNvSpPr/>
          <p:nvPr/>
        </p:nvSpPr>
        <p:spPr>
          <a:xfrm>
            <a:off x="373856" y="1168756"/>
            <a:ext cx="3586699" cy="2644144"/>
          </a:xfrm>
          <a:prstGeom prst="roundRect">
            <a:avLst/>
          </a:prstGeom>
          <a:solidFill>
            <a:srgbClr val="DFE7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5" name="Shape 3">
            <a:extLst>
              <a:ext uri="{FF2B5EF4-FFF2-40B4-BE49-F238E27FC236}">
                <a16:creationId xmlns:a16="http://schemas.microsoft.com/office/drawing/2014/main" id="{9584F6D8-3251-C4DB-96B9-D20E79141FEF}"/>
              </a:ext>
            </a:extLst>
          </p:cNvPr>
          <p:cNvSpPr/>
          <p:nvPr/>
        </p:nvSpPr>
        <p:spPr>
          <a:xfrm>
            <a:off x="685537" y="2160209"/>
            <a:ext cx="661238" cy="661238"/>
          </a:xfrm>
          <a:prstGeom prst="ellipse">
            <a:avLst/>
          </a:prstGeom>
          <a:solidFill>
            <a:srgbClr val="041E50"/>
          </a:solidFill>
          <a:ln/>
        </p:spPr>
        <p:txBody>
          <a:bodyPr/>
          <a:lstStyle/>
          <a:p>
            <a:endParaRPr lang="it-IT" noProof="0" dirty="0"/>
          </a:p>
        </p:txBody>
      </p:sp>
      <p:pic>
        <p:nvPicPr>
          <p:cNvPr id="49" name="Graphic 48" descr="Filter with solid fill">
            <a:extLst>
              <a:ext uri="{FF2B5EF4-FFF2-40B4-BE49-F238E27FC236}">
                <a16:creationId xmlns:a16="http://schemas.microsoft.com/office/drawing/2014/main" id="{2113628F-8D6A-DB83-2C41-E9BBBCC3680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8963" y="2266491"/>
            <a:ext cx="448675" cy="448675"/>
          </a:xfrm>
          <a:prstGeom prst="rect">
            <a:avLst/>
          </a:prstGeom>
        </p:spPr>
      </p:pic>
      <p:sp>
        <p:nvSpPr>
          <p:cNvPr id="52" name="TextBox 51">
            <a:extLst>
              <a:ext uri="{FF2B5EF4-FFF2-40B4-BE49-F238E27FC236}">
                <a16:creationId xmlns:a16="http://schemas.microsoft.com/office/drawing/2014/main" id="{97EA413D-CB82-EEAC-FB17-AB85BE793062}"/>
              </a:ext>
            </a:extLst>
          </p:cNvPr>
          <p:cNvSpPr txBox="1"/>
          <p:nvPr/>
        </p:nvSpPr>
        <p:spPr>
          <a:xfrm>
            <a:off x="1652745" y="1705998"/>
            <a:ext cx="2307809" cy="1569660"/>
          </a:xfrm>
          <a:prstGeom prst="rect">
            <a:avLst/>
          </a:prstGeom>
          <a:noFill/>
        </p:spPr>
        <p:txBody>
          <a:bodyPr wrap="square" rtlCol="0">
            <a:spAutoFit/>
          </a:bodyPr>
          <a:lstStyle/>
          <a:p>
            <a:r>
              <a:rPr lang="it-IT" sz="1600" b="1" dirty="0">
                <a:solidFill>
                  <a:srgbClr val="041E50"/>
                </a:solidFill>
              </a:rPr>
              <a:t>Dishwasher filter</a:t>
            </a:r>
          </a:p>
          <a:p>
            <a:endParaRPr lang="it-IT" sz="1600" i="1" dirty="0">
              <a:solidFill>
                <a:srgbClr val="041E50"/>
              </a:solidFill>
            </a:endParaRPr>
          </a:p>
          <a:p>
            <a:r>
              <a:rPr lang="it-IT" sz="1600" dirty="0">
                <a:solidFill>
                  <a:srgbClr val="041E50"/>
                </a:solidFill>
              </a:rPr>
              <a:t>Removing reviews related to model codes not in </a:t>
            </a:r>
            <a:r>
              <a:rPr lang="it-IT" sz="1600" i="1" dirty="0">
                <a:solidFill>
                  <a:srgbClr val="041E50"/>
                </a:solidFill>
              </a:rPr>
              <a:t>stg_products</a:t>
            </a:r>
            <a:r>
              <a:rPr lang="it-IT" sz="1600" dirty="0">
                <a:solidFill>
                  <a:srgbClr val="041E50"/>
                </a:solidFill>
              </a:rPr>
              <a:t> (</a:t>
            </a:r>
            <a:r>
              <a:rPr lang="it-IT" sz="1600" i="1" dirty="0">
                <a:solidFill>
                  <a:srgbClr val="041E50"/>
                </a:solidFill>
              </a:rPr>
              <a:t>e.g.</a:t>
            </a:r>
            <a:r>
              <a:rPr lang="it-IT" sz="1600" dirty="0">
                <a:solidFill>
                  <a:srgbClr val="041E50"/>
                </a:solidFill>
              </a:rPr>
              <a:t> accessories).</a:t>
            </a:r>
          </a:p>
        </p:txBody>
      </p:sp>
      <p:sp>
        <p:nvSpPr>
          <p:cNvPr id="9" name="Rectangle: Rounded Corners 8">
            <a:extLst>
              <a:ext uri="{FF2B5EF4-FFF2-40B4-BE49-F238E27FC236}">
                <a16:creationId xmlns:a16="http://schemas.microsoft.com/office/drawing/2014/main" id="{BD4828C0-2E91-FC63-56F7-2D5FFEB4FDBD}"/>
              </a:ext>
            </a:extLst>
          </p:cNvPr>
          <p:cNvSpPr/>
          <p:nvPr/>
        </p:nvSpPr>
        <p:spPr>
          <a:xfrm>
            <a:off x="4302651" y="1168756"/>
            <a:ext cx="3586699" cy="2644144"/>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6" name="Rectangle: Rounded Corners 15">
            <a:extLst>
              <a:ext uri="{FF2B5EF4-FFF2-40B4-BE49-F238E27FC236}">
                <a16:creationId xmlns:a16="http://schemas.microsoft.com/office/drawing/2014/main" id="{A8A58637-5A17-EFE3-6E72-648FF534658F}"/>
              </a:ext>
            </a:extLst>
          </p:cNvPr>
          <p:cNvSpPr/>
          <p:nvPr/>
        </p:nvSpPr>
        <p:spPr>
          <a:xfrm>
            <a:off x="8231445" y="1168756"/>
            <a:ext cx="3586699" cy="2644144"/>
          </a:xfrm>
          <a:prstGeom prst="roundRect">
            <a:avLst/>
          </a:prstGeom>
          <a:solidFill>
            <a:srgbClr val="7A8A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35" name="Rectangle: Rounded Corners 34">
            <a:extLst>
              <a:ext uri="{FF2B5EF4-FFF2-40B4-BE49-F238E27FC236}">
                <a16:creationId xmlns:a16="http://schemas.microsoft.com/office/drawing/2014/main" id="{AAB9DE92-82D1-0270-F0DF-82DA762EC91C}"/>
              </a:ext>
            </a:extLst>
          </p:cNvPr>
          <p:cNvSpPr/>
          <p:nvPr/>
        </p:nvSpPr>
        <p:spPr>
          <a:xfrm>
            <a:off x="371474" y="4011095"/>
            <a:ext cx="3586699" cy="2644144"/>
          </a:xfrm>
          <a:prstGeom prst="roundRect">
            <a:avLst/>
          </a:prstGeom>
          <a:solidFill>
            <a:srgbClr val="DFE7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37" name="Rectangle: Rounded Corners 36">
            <a:extLst>
              <a:ext uri="{FF2B5EF4-FFF2-40B4-BE49-F238E27FC236}">
                <a16:creationId xmlns:a16="http://schemas.microsoft.com/office/drawing/2014/main" id="{24DA9D80-99C1-7953-F1B4-82369EEBA083}"/>
              </a:ext>
            </a:extLst>
          </p:cNvPr>
          <p:cNvSpPr/>
          <p:nvPr/>
        </p:nvSpPr>
        <p:spPr>
          <a:xfrm>
            <a:off x="4300269" y="4011095"/>
            <a:ext cx="3586699" cy="2644144"/>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39" name="Rectangle: Rounded Corners 38">
            <a:extLst>
              <a:ext uri="{FF2B5EF4-FFF2-40B4-BE49-F238E27FC236}">
                <a16:creationId xmlns:a16="http://schemas.microsoft.com/office/drawing/2014/main" id="{1C643159-F079-E8EB-62DA-EACD914D57DB}"/>
              </a:ext>
            </a:extLst>
          </p:cNvPr>
          <p:cNvSpPr/>
          <p:nvPr/>
        </p:nvSpPr>
        <p:spPr>
          <a:xfrm>
            <a:off x="8229063" y="4011095"/>
            <a:ext cx="3586699" cy="2644144"/>
          </a:xfrm>
          <a:prstGeom prst="roundRect">
            <a:avLst/>
          </a:prstGeom>
          <a:solidFill>
            <a:srgbClr val="7A8A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42" name="TextBox 41">
            <a:extLst>
              <a:ext uri="{FF2B5EF4-FFF2-40B4-BE49-F238E27FC236}">
                <a16:creationId xmlns:a16="http://schemas.microsoft.com/office/drawing/2014/main" id="{2CBE31D4-E76D-5C9A-B122-BD78B22AF43B}"/>
              </a:ext>
            </a:extLst>
          </p:cNvPr>
          <p:cNvSpPr txBox="1"/>
          <p:nvPr/>
        </p:nvSpPr>
        <p:spPr>
          <a:xfrm>
            <a:off x="5575830" y="1705998"/>
            <a:ext cx="2311137" cy="1569660"/>
          </a:xfrm>
          <a:prstGeom prst="rect">
            <a:avLst/>
          </a:prstGeom>
          <a:noFill/>
        </p:spPr>
        <p:txBody>
          <a:bodyPr wrap="square" rtlCol="0">
            <a:spAutoFit/>
          </a:bodyPr>
          <a:lstStyle/>
          <a:p>
            <a:r>
              <a:rPr lang="it-IT" sz="1600" b="1" dirty="0">
                <a:solidFill>
                  <a:srgbClr val="041E50"/>
                </a:solidFill>
              </a:rPr>
              <a:t>Language and country</a:t>
            </a:r>
          </a:p>
          <a:p>
            <a:endParaRPr lang="it-IT" sz="1600" i="1" dirty="0">
              <a:solidFill>
                <a:srgbClr val="041E50"/>
              </a:solidFill>
            </a:endParaRPr>
          </a:p>
          <a:p>
            <a:r>
              <a:rPr lang="it-IT" sz="1600" dirty="0">
                <a:solidFill>
                  <a:srgbClr val="041E50"/>
                </a:solidFill>
              </a:rPr>
              <a:t>Split on </a:t>
            </a:r>
            <a:r>
              <a:rPr lang="it-IT" sz="1600" i="1" dirty="0">
                <a:solidFill>
                  <a:srgbClr val="041E50"/>
                </a:solidFill>
              </a:rPr>
              <a:t>locale </a:t>
            </a:r>
            <a:r>
              <a:rPr lang="it-IT" sz="1600" dirty="0">
                <a:solidFill>
                  <a:srgbClr val="041E50"/>
                </a:solidFill>
              </a:rPr>
              <a:t>field (</a:t>
            </a:r>
            <a:r>
              <a:rPr lang="it-IT" sz="1600" i="1" dirty="0">
                <a:solidFill>
                  <a:srgbClr val="041E50"/>
                </a:solidFill>
              </a:rPr>
              <a:t>e.g. it_IT</a:t>
            </a:r>
            <a:r>
              <a:rPr lang="it-IT" sz="1600" dirty="0">
                <a:solidFill>
                  <a:srgbClr val="041E50"/>
                </a:solidFill>
              </a:rPr>
              <a:t>), useful to extract a geographical dimension from reviews.</a:t>
            </a:r>
          </a:p>
        </p:txBody>
      </p:sp>
      <mc:AlternateContent xmlns:mc="http://schemas.openxmlformats.org/markup-compatibility/2006">
        <mc:Choice xmlns:a14="http://schemas.microsoft.com/office/drawing/2010/main" Requires="a14">
          <p:sp>
            <p:nvSpPr>
              <p:cNvPr id="45" name="TextBox 44">
                <a:extLst>
                  <a:ext uri="{FF2B5EF4-FFF2-40B4-BE49-F238E27FC236}">
                    <a16:creationId xmlns:a16="http://schemas.microsoft.com/office/drawing/2014/main" id="{E0BDBFA4-3F8B-0254-753B-8017528BA642}"/>
                  </a:ext>
                </a:extLst>
              </p:cNvPr>
              <p:cNvSpPr txBox="1"/>
              <p:nvPr/>
            </p:nvSpPr>
            <p:spPr>
              <a:xfrm>
                <a:off x="9162528" y="1459777"/>
                <a:ext cx="2655616" cy="2062103"/>
              </a:xfrm>
              <a:prstGeom prst="rect">
                <a:avLst/>
              </a:prstGeom>
              <a:noFill/>
            </p:spPr>
            <p:txBody>
              <a:bodyPr wrap="square" rtlCol="0">
                <a:spAutoFit/>
              </a:bodyPr>
              <a:lstStyle/>
              <a:p>
                <a:r>
                  <a:rPr lang="it-IT" sz="1600" b="1" dirty="0">
                    <a:solidFill>
                      <a:schemeClr val="bg1"/>
                    </a:solidFill>
                  </a:rPr>
                  <a:t>Numerical mapping</a:t>
                </a:r>
              </a:p>
              <a:p>
                <a:endParaRPr lang="it-IT" sz="1600" i="1" dirty="0">
                  <a:solidFill>
                    <a:schemeClr val="bg1"/>
                  </a:solidFill>
                </a:endParaRPr>
              </a:p>
              <a:p>
                <a:pPr marL="285750" indent="-285750">
                  <a:buFont typeface="Arial" panose="020B0604020202020204" pitchFamily="34" charset="0"/>
                  <a:buChar char="•"/>
                </a:pPr>
                <a:r>
                  <a:rPr lang="it-IT" sz="1600" i="1" dirty="0">
                    <a:solidFill>
                      <a:schemeClr val="bg1"/>
                    </a:solidFill>
                  </a:rPr>
                  <a:t>age_midpoint</a:t>
                </a:r>
                <a:r>
                  <a:rPr lang="it-IT" sz="1600" dirty="0">
                    <a:solidFill>
                      <a:schemeClr val="bg1"/>
                    </a:solidFill>
                  </a:rPr>
                  <a:t>: ‘From 25 to 34’ </a:t>
                </a:r>
                <a14:m>
                  <m:oMath xmlns:m="http://schemas.openxmlformats.org/officeDocument/2006/math">
                    <m:r>
                      <a:rPr lang="it-IT" sz="1600" b="0" i="1" smtClean="0">
                        <a:solidFill>
                          <a:schemeClr val="bg1"/>
                        </a:solidFill>
                        <a:latin typeface="Cambria Math" panose="02040503050406030204" pitchFamily="18" charset="0"/>
                      </a:rPr>
                      <m:t>→</m:t>
                    </m:r>
                  </m:oMath>
                </a14:m>
                <a:r>
                  <a:rPr lang="it-IT" sz="1600" i="1" dirty="0">
                    <a:solidFill>
                      <a:schemeClr val="bg1"/>
                    </a:solidFill>
                  </a:rPr>
                  <a:t> </a:t>
                </a:r>
                <a:r>
                  <a:rPr lang="it-IT" sz="1600" dirty="0">
                    <a:solidFill>
                      <a:schemeClr val="bg1"/>
                    </a:solidFill>
                  </a:rPr>
                  <a:t>29</a:t>
                </a:r>
              </a:p>
              <a:p>
                <a:pPr marL="285750" indent="-285750">
                  <a:buFont typeface="Arial" panose="020B0604020202020204" pitchFamily="34" charset="0"/>
                  <a:buChar char="•"/>
                </a:pPr>
                <a:r>
                  <a:rPr lang="it-IT" sz="1600" i="1" dirty="0">
                    <a:solidFill>
                      <a:schemeClr val="bg1"/>
                    </a:solidFill>
                  </a:rPr>
                  <a:t>Household_size</a:t>
                </a:r>
                <a:r>
                  <a:rPr lang="it-IT" sz="1600" dirty="0">
                    <a:solidFill>
                      <a:schemeClr val="bg1"/>
                    </a:solidFill>
                  </a:rPr>
                  <a:t>: ‘Couple’ </a:t>
                </a:r>
                <a14:m>
                  <m:oMath xmlns:m="http://schemas.openxmlformats.org/officeDocument/2006/math">
                    <m:r>
                      <a:rPr lang="it-IT" sz="1600" b="0" i="1" smtClean="0">
                        <a:solidFill>
                          <a:schemeClr val="bg1"/>
                        </a:solidFill>
                        <a:latin typeface="Cambria Math" panose="02040503050406030204" pitchFamily="18" charset="0"/>
                      </a:rPr>
                      <m:t>→</m:t>
                    </m:r>
                  </m:oMath>
                </a14:m>
                <a:r>
                  <a:rPr lang="it-IT" sz="1600" i="1" dirty="0">
                    <a:solidFill>
                      <a:schemeClr val="bg1"/>
                    </a:solidFill>
                  </a:rPr>
                  <a:t> </a:t>
                </a:r>
                <a:r>
                  <a:rPr lang="it-IT" sz="1600" dirty="0">
                    <a:solidFill>
                      <a:schemeClr val="bg1"/>
                    </a:solidFill>
                  </a:rPr>
                  <a:t>2</a:t>
                </a:r>
                <a:endParaRPr lang="it-IT" sz="1600" i="1" dirty="0">
                  <a:solidFill>
                    <a:schemeClr val="bg1"/>
                  </a:solidFill>
                </a:endParaRPr>
              </a:p>
              <a:p>
                <a:pPr marL="285750" indent="-285750">
                  <a:buFont typeface="Arial" panose="020B0604020202020204" pitchFamily="34" charset="0"/>
                  <a:buChar char="•"/>
                </a:pPr>
                <a:r>
                  <a:rPr lang="it-IT" sz="1600" i="1" dirty="0">
                    <a:solidFill>
                      <a:schemeClr val="bg1"/>
                    </a:solidFill>
                  </a:rPr>
                  <a:t>usage_weekly: ‘Seldom’  </a:t>
                </a:r>
                <a14:m>
                  <m:oMath xmlns:m="http://schemas.openxmlformats.org/officeDocument/2006/math">
                    <m:r>
                      <a:rPr lang="it-IT" sz="1600" b="0" i="1" smtClean="0">
                        <a:solidFill>
                          <a:schemeClr val="bg1"/>
                        </a:solidFill>
                        <a:latin typeface="Cambria Math" panose="02040503050406030204" pitchFamily="18" charset="0"/>
                      </a:rPr>
                      <m:t>→</m:t>
                    </m:r>
                  </m:oMath>
                </a14:m>
                <a:r>
                  <a:rPr lang="it-IT" sz="1600" i="1" dirty="0">
                    <a:solidFill>
                      <a:schemeClr val="bg1"/>
                    </a:solidFill>
                  </a:rPr>
                  <a:t> </a:t>
                </a:r>
                <a:r>
                  <a:rPr lang="it-IT" sz="1600" dirty="0">
                    <a:solidFill>
                      <a:schemeClr val="bg1"/>
                    </a:solidFill>
                  </a:rPr>
                  <a:t>0.1</a:t>
                </a:r>
                <a:endParaRPr lang="it-IT" sz="1600" i="1" dirty="0">
                  <a:solidFill>
                    <a:schemeClr val="bg1"/>
                  </a:solidFill>
                </a:endParaRPr>
              </a:p>
            </p:txBody>
          </p:sp>
        </mc:Choice>
        <mc:Fallback>
          <p:sp>
            <p:nvSpPr>
              <p:cNvPr id="45" name="TextBox 44">
                <a:extLst>
                  <a:ext uri="{FF2B5EF4-FFF2-40B4-BE49-F238E27FC236}">
                    <a16:creationId xmlns:a16="http://schemas.microsoft.com/office/drawing/2014/main" id="{E0BDBFA4-3F8B-0254-753B-8017528BA642}"/>
                  </a:ext>
                </a:extLst>
              </p:cNvPr>
              <p:cNvSpPr txBox="1">
                <a:spLocks noRot="1" noChangeAspect="1" noMove="1" noResize="1" noEditPoints="1" noAdjustHandles="1" noChangeArrowheads="1" noChangeShapeType="1" noTextEdit="1"/>
              </p:cNvSpPr>
              <p:nvPr/>
            </p:nvSpPr>
            <p:spPr>
              <a:xfrm>
                <a:off x="9162528" y="1459777"/>
                <a:ext cx="2655616" cy="2062103"/>
              </a:xfrm>
              <a:prstGeom prst="rect">
                <a:avLst/>
              </a:prstGeom>
              <a:blipFill>
                <a:blip r:embed="rId3"/>
                <a:stretch>
                  <a:fillRect l="-1147" t="-885" b="-2655"/>
                </a:stretch>
              </a:blipFill>
            </p:spPr>
            <p:txBody>
              <a:bodyPr/>
              <a:lstStyle/>
              <a:p>
                <a:r>
                  <a:rPr lang="it-IT">
                    <a:noFill/>
                  </a:rPr>
                  <a:t> </a:t>
                </a:r>
              </a:p>
            </p:txBody>
          </p:sp>
        </mc:Fallback>
      </mc:AlternateContent>
      <p:sp>
        <p:nvSpPr>
          <p:cNvPr id="48" name="TextBox 47">
            <a:extLst>
              <a:ext uri="{FF2B5EF4-FFF2-40B4-BE49-F238E27FC236}">
                <a16:creationId xmlns:a16="http://schemas.microsoft.com/office/drawing/2014/main" id="{BB12D519-DB31-2F95-8550-0F58C6BF675D}"/>
              </a:ext>
            </a:extLst>
          </p:cNvPr>
          <p:cNvSpPr txBox="1"/>
          <p:nvPr/>
        </p:nvSpPr>
        <p:spPr>
          <a:xfrm>
            <a:off x="1650364" y="4794558"/>
            <a:ext cx="2307809" cy="1077218"/>
          </a:xfrm>
          <a:prstGeom prst="rect">
            <a:avLst/>
          </a:prstGeom>
          <a:noFill/>
        </p:spPr>
        <p:txBody>
          <a:bodyPr wrap="square" rtlCol="0">
            <a:spAutoFit/>
          </a:bodyPr>
          <a:lstStyle/>
          <a:p>
            <a:r>
              <a:rPr lang="it-IT" sz="1600" b="1" dirty="0">
                <a:solidFill>
                  <a:srgbClr val="041E50"/>
                </a:solidFill>
              </a:rPr>
              <a:t>Date parsing</a:t>
            </a:r>
          </a:p>
          <a:p>
            <a:endParaRPr lang="it-IT" sz="1600" i="1" dirty="0">
              <a:solidFill>
                <a:srgbClr val="041E50"/>
              </a:solidFill>
            </a:endParaRPr>
          </a:p>
          <a:p>
            <a:r>
              <a:rPr lang="it-IT" sz="1600" dirty="0">
                <a:solidFill>
                  <a:srgbClr val="041E50"/>
                </a:solidFill>
              </a:rPr>
              <a:t>From UTC format to </a:t>
            </a:r>
            <a:r>
              <a:rPr lang="it-IT" sz="1600" i="1" dirty="0">
                <a:solidFill>
                  <a:srgbClr val="041E50"/>
                </a:solidFill>
              </a:rPr>
              <a:t>year</a:t>
            </a:r>
            <a:r>
              <a:rPr lang="it-IT" sz="1600" dirty="0">
                <a:solidFill>
                  <a:srgbClr val="041E50"/>
                </a:solidFill>
              </a:rPr>
              <a:t>,</a:t>
            </a:r>
            <a:r>
              <a:rPr lang="it-IT" sz="1600" i="1" dirty="0">
                <a:solidFill>
                  <a:srgbClr val="041E50"/>
                </a:solidFill>
              </a:rPr>
              <a:t> month</a:t>
            </a:r>
            <a:r>
              <a:rPr lang="it-IT" sz="1600" dirty="0">
                <a:solidFill>
                  <a:srgbClr val="041E50"/>
                </a:solidFill>
              </a:rPr>
              <a:t>,</a:t>
            </a:r>
            <a:r>
              <a:rPr lang="it-IT" sz="1600" i="1" dirty="0">
                <a:solidFill>
                  <a:srgbClr val="041E50"/>
                </a:solidFill>
              </a:rPr>
              <a:t> day</a:t>
            </a:r>
            <a:r>
              <a:rPr lang="it-IT" sz="1600" dirty="0">
                <a:solidFill>
                  <a:srgbClr val="041E50"/>
                </a:solidFill>
              </a:rPr>
              <a:t>.</a:t>
            </a:r>
          </a:p>
        </p:txBody>
      </p:sp>
      <p:sp>
        <p:nvSpPr>
          <p:cNvPr id="51" name="TextBox 50">
            <a:extLst>
              <a:ext uri="{FF2B5EF4-FFF2-40B4-BE49-F238E27FC236}">
                <a16:creationId xmlns:a16="http://schemas.microsoft.com/office/drawing/2014/main" id="{1877B2DB-E0AB-6E09-AC92-FDED45EAFF54}"/>
              </a:ext>
            </a:extLst>
          </p:cNvPr>
          <p:cNvSpPr txBox="1"/>
          <p:nvPr/>
        </p:nvSpPr>
        <p:spPr>
          <a:xfrm>
            <a:off x="5575830" y="4671448"/>
            <a:ext cx="2307809" cy="1323439"/>
          </a:xfrm>
          <a:prstGeom prst="rect">
            <a:avLst/>
          </a:prstGeom>
          <a:noFill/>
        </p:spPr>
        <p:txBody>
          <a:bodyPr wrap="square" rtlCol="0">
            <a:spAutoFit/>
          </a:bodyPr>
          <a:lstStyle/>
          <a:p>
            <a:r>
              <a:rPr lang="it-IT" sz="1600" b="1" dirty="0">
                <a:solidFill>
                  <a:srgbClr val="041E50"/>
                </a:solidFill>
              </a:rPr>
              <a:t>Review translation</a:t>
            </a:r>
          </a:p>
          <a:p>
            <a:endParaRPr lang="it-IT" sz="1600" i="1" dirty="0">
              <a:solidFill>
                <a:srgbClr val="041E50"/>
              </a:solidFill>
            </a:endParaRPr>
          </a:p>
          <a:p>
            <a:r>
              <a:rPr lang="it-IT" sz="1600" dirty="0">
                <a:solidFill>
                  <a:srgbClr val="041E50"/>
                </a:solidFill>
              </a:rPr>
              <a:t>Call to Google Translator through </a:t>
            </a:r>
            <a:r>
              <a:rPr lang="it-IT" sz="1600" i="1" dirty="0">
                <a:solidFill>
                  <a:srgbClr val="041E50"/>
                </a:solidFill>
              </a:rPr>
              <a:t>deep-translator</a:t>
            </a:r>
            <a:r>
              <a:rPr lang="it-IT" sz="1600" dirty="0">
                <a:solidFill>
                  <a:srgbClr val="041E50"/>
                </a:solidFill>
              </a:rPr>
              <a:t> library to unify revieews.</a:t>
            </a:r>
          </a:p>
        </p:txBody>
      </p:sp>
      <p:sp>
        <p:nvSpPr>
          <p:cNvPr id="55" name="TextBox 54">
            <a:extLst>
              <a:ext uri="{FF2B5EF4-FFF2-40B4-BE49-F238E27FC236}">
                <a16:creationId xmlns:a16="http://schemas.microsoft.com/office/drawing/2014/main" id="{9A8EFFAF-BE70-E694-9E5F-16B27F13B81C}"/>
              </a:ext>
            </a:extLst>
          </p:cNvPr>
          <p:cNvSpPr txBox="1"/>
          <p:nvPr/>
        </p:nvSpPr>
        <p:spPr>
          <a:xfrm>
            <a:off x="9162528" y="4055895"/>
            <a:ext cx="2655616" cy="2554545"/>
          </a:xfrm>
          <a:prstGeom prst="rect">
            <a:avLst/>
          </a:prstGeom>
          <a:noFill/>
        </p:spPr>
        <p:txBody>
          <a:bodyPr wrap="square" rtlCol="0">
            <a:spAutoFit/>
          </a:bodyPr>
          <a:lstStyle/>
          <a:p>
            <a:r>
              <a:rPr lang="it-IT" sz="1600" b="1" dirty="0">
                <a:solidFill>
                  <a:schemeClr val="bg1"/>
                </a:solidFill>
              </a:rPr>
              <a:t>Output: stg_reviews</a:t>
            </a:r>
          </a:p>
          <a:p>
            <a:endParaRPr lang="it-IT" sz="1600" i="1" dirty="0">
              <a:solidFill>
                <a:schemeClr val="bg1"/>
              </a:solidFill>
            </a:endParaRPr>
          </a:p>
          <a:p>
            <a:r>
              <a:rPr lang="it-IT" sz="1600" dirty="0">
                <a:solidFill>
                  <a:schemeClr val="bg1"/>
                </a:solidFill>
                <a:ea typeface="Calibri" pitchFamily="34" charset="-122"/>
                <a:cs typeface="Calibri" pitchFamily="34" charset="-120"/>
              </a:rPr>
              <a:t>csv file with the following columns (selection): </a:t>
            </a:r>
            <a:r>
              <a:rPr lang="it-IT" sz="1600" i="1" dirty="0">
                <a:solidFill>
                  <a:schemeClr val="bg1"/>
                </a:solidFill>
                <a:ea typeface="Calibri" pitchFamily="34" charset="-122"/>
                <a:cs typeface="Calibri" pitchFamily="34" charset="-120"/>
              </a:rPr>
              <a:t>queried_product_review</a:t>
            </a:r>
            <a:r>
              <a:rPr lang="it-IT" sz="1600" dirty="0">
                <a:solidFill>
                  <a:schemeClr val="bg1"/>
                </a:solidFill>
                <a:ea typeface="Calibri" pitchFamily="34" charset="-122"/>
                <a:cs typeface="Calibri" pitchFamily="34" charset="-120"/>
              </a:rPr>
              <a:t>, </a:t>
            </a:r>
            <a:r>
              <a:rPr lang="it-IT" sz="1600" i="1" dirty="0">
                <a:solidFill>
                  <a:schemeClr val="bg1"/>
                </a:solidFill>
                <a:ea typeface="Calibri" pitchFamily="34" charset="-122"/>
                <a:cs typeface="Calibri" pitchFamily="34" charset="-120"/>
              </a:rPr>
              <a:t>date</a:t>
            </a:r>
            <a:r>
              <a:rPr lang="it-IT" sz="1600" dirty="0">
                <a:solidFill>
                  <a:schemeClr val="bg1"/>
                </a:solidFill>
                <a:ea typeface="Calibri" pitchFamily="34" charset="-122"/>
                <a:cs typeface="Calibri" pitchFamily="34" charset="-120"/>
              </a:rPr>
              <a:t>, </a:t>
            </a:r>
            <a:r>
              <a:rPr lang="it-IT" sz="1600" i="1" dirty="0">
                <a:solidFill>
                  <a:schemeClr val="bg1"/>
                </a:solidFill>
                <a:ea typeface="Calibri" pitchFamily="34" charset="-122"/>
                <a:cs typeface="Calibri" pitchFamily="34" charset="-120"/>
              </a:rPr>
              <a:t>rating_{overall, programs, loading, noise}</a:t>
            </a:r>
            <a:r>
              <a:rPr lang="it-IT" sz="1600" dirty="0">
                <a:solidFill>
                  <a:schemeClr val="bg1"/>
                </a:solidFill>
                <a:ea typeface="Calibri" pitchFamily="34" charset="-122"/>
                <a:cs typeface="Calibri" pitchFamily="34" charset="-120"/>
              </a:rPr>
              <a:t>, </a:t>
            </a:r>
            <a:r>
              <a:rPr lang="it-IT" sz="1600" i="1" dirty="0">
                <a:solidFill>
                  <a:schemeClr val="bg1"/>
                </a:solidFill>
                <a:ea typeface="Calibri" pitchFamily="34" charset="-122"/>
                <a:cs typeface="Calibri" pitchFamily="34" charset="-120"/>
              </a:rPr>
              <a:t>text</a:t>
            </a:r>
            <a:r>
              <a:rPr lang="it-IT" sz="1600" dirty="0">
                <a:solidFill>
                  <a:schemeClr val="bg1"/>
                </a:solidFill>
                <a:ea typeface="Calibri" pitchFamily="34" charset="-122"/>
                <a:cs typeface="Calibri" pitchFamily="34" charset="-120"/>
              </a:rPr>
              <a:t>, </a:t>
            </a:r>
            <a:r>
              <a:rPr lang="it-IT" sz="1600" i="1" dirty="0">
                <a:solidFill>
                  <a:schemeClr val="bg1"/>
                </a:solidFill>
                <a:ea typeface="Calibri" pitchFamily="34" charset="-122"/>
                <a:cs typeface="Calibri" pitchFamily="34" charset="-120"/>
              </a:rPr>
              <a:t>country</a:t>
            </a:r>
            <a:r>
              <a:rPr lang="it-IT" sz="1600" dirty="0">
                <a:solidFill>
                  <a:schemeClr val="bg1"/>
                </a:solidFill>
                <a:ea typeface="Calibri" pitchFamily="34" charset="-122"/>
                <a:cs typeface="Calibri" pitchFamily="34" charset="-120"/>
              </a:rPr>
              <a:t>, </a:t>
            </a:r>
            <a:r>
              <a:rPr lang="it-IT" sz="1600" i="1" dirty="0">
                <a:solidFill>
                  <a:schemeClr val="bg1"/>
                </a:solidFill>
                <a:ea typeface="Calibri" pitchFamily="34" charset="-122"/>
                <a:cs typeface="Calibri" pitchFamily="34" charset="-120"/>
              </a:rPr>
              <a:t>age_midpoint</a:t>
            </a:r>
            <a:r>
              <a:rPr lang="it-IT" sz="1600" dirty="0">
                <a:solidFill>
                  <a:schemeClr val="bg1"/>
                </a:solidFill>
                <a:ea typeface="Calibri" pitchFamily="34" charset="-122"/>
                <a:cs typeface="Calibri" pitchFamily="34" charset="-120"/>
              </a:rPr>
              <a:t>, </a:t>
            </a:r>
            <a:r>
              <a:rPr lang="it-IT" sz="1600" i="1" dirty="0">
                <a:solidFill>
                  <a:schemeClr val="bg1"/>
                </a:solidFill>
                <a:ea typeface="Calibri" pitchFamily="34" charset="-122"/>
                <a:cs typeface="Calibri" pitchFamily="34" charset="-120"/>
              </a:rPr>
              <a:t>household_size</a:t>
            </a:r>
            <a:r>
              <a:rPr lang="it-IT" sz="1600" dirty="0">
                <a:solidFill>
                  <a:schemeClr val="bg1"/>
                </a:solidFill>
                <a:ea typeface="Calibri" pitchFamily="34" charset="-122"/>
                <a:cs typeface="Calibri" pitchFamily="34" charset="-120"/>
              </a:rPr>
              <a:t>, </a:t>
            </a:r>
            <a:r>
              <a:rPr lang="it-IT" sz="1600" i="1" dirty="0">
                <a:solidFill>
                  <a:schemeClr val="bg1"/>
                </a:solidFill>
                <a:ea typeface="Calibri" pitchFamily="34" charset="-122"/>
                <a:cs typeface="Calibri" pitchFamily="34" charset="-120"/>
              </a:rPr>
              <a:t>usage_weekly</a:t>
            </a:r>
            <a:r>
              <a:rPr lang="it-IT" sz="1600" dirty="0">
                <a:solidFill>
                  <a:schemeClr val="bg1"/>
                </a:solidFill>
                <a:ea typeface="Calibri" pitchFamily="34" charset="-122"/>
                <a:cs typeface="Calibri" pitchFamily="34" charset="-120"/>
              </a:rPr>
              <a:t>.</a:t>
            </a:r>
            <a:endParaRPr lang="it-IT" sz="1600" i="1" dirty="0">
              <a:solidFill>
                <a:schemeClr val="bg1"/>
              </a:solidFill>
            </a:endParaRPr>
          </a:p>
        </p:txBody>
      </p:sp>
      <p:sp>
        <p:nvSpPr>
          <p:cNvPr id="58" name="Shape 3">
            <a:extLst>
              <a:ext uri="{FF2B5EF4-FFF2-40B4-BE49-F238E27FC236}">
                <a16:creationId xmlns:a16="http://schemas.microsoft.com/office/drawing/2014/main" id="{B9D8EEBB-E17A-D65F-9279-2578622FAEFC}"/>
              </a:ext>
            </a:extLst>
          </p:cNvPr>
          <p:cNvSpPr/>
          <p:nvPr/>
        </p:nvSpPr>
        <p:spPr>
          <a:xfrm>
            <a:off x="4608622" y="2160209"/>
            <a:ext cx="661238" cy="661238"/>
          </a:xfrm>
          <a:prstGeom prst="ellipse">
            <a:avLst/>
          </a:prstGeom>
          <a:solidFill>
            <a:srgbClr val="041E50"/>
          </a:solidFill>
          <a:ln/>
        </p:spPr>
        <p:txBody>
          <a:bodyPr/>
          <a:lstStyle/>
          <a:p>
            <a:endParaRPr lang="it-IT" noProof="0" dirty="0"/>
          </a:p>
        </p:txBody>
      </p:sp>
      <p:sp>
        <p:nvSpPr>
          <p:cNvPr id="61" name="Shape 3">
            <a:extLst>
              <a:ext uri="{FF2B5EF4-FFF2-40B4-BE49-F238E27FC236}">
                <a16:creationId xmlns:a16="http://schemas.microsoft.com/office/drawing/2014/main" id="{82D95D99-D059-C2D0-2A1A-CAECFDF5B333}"/>
              </a:ext>
            </a:extLst>
          </p:cNvPr>
          <p:cNvSpPr/>
          <p:nvPr/>
        </p:nvSpPr>
        <p:spPr>
          <a:xfrm>
            <a:off x="8366368" y="2160209"/>
            <a:ext cx="661238" cy="661238"/>
          </a:xfrm>
          <a:prstGeom prst="ellipse">
            <a:avLst/>
          </a:prstGeom>
          <a:solidFill>
            <a:srgbClr val="041E50"/>
          </a:solidFill>
          <a:ln/>
        </p:spPr>
        <p:txBody>
          <a:bodyPr/>
          <a:lstStyle/>
          <a:p>
            <a:endParaRPr lang="it-IT" noProof="0" dirty="0"/>
          </a:p>
        </p:txBody>
      </p:sp>
      <p:sp>
        <p:nvSpPr>
          <p:cNvPr id="63" name="Shape 3">
            <a:extLst>
              <a:ext uri="{FF2B5EF4-FFF2-40B4-BE49-F238E27FC236}">
                <a16:creationId xmlns:a16="http://schemas.microsoft.com/office/drawing/2014/main" id="{E13FA5B6-D928-44FC-8B2D-E65A93146F26}"/>
              </a:ext>
            </a:extLst>
          </p:cNvPr>
          <p:cNvSpPr/>
          <p:nvPr/>
        </p:nvSpPr>
        <p:spPr>
          <a:xfrm>
            <a:off x="685537" y="5002548"/>
            <a:ext cx="661238" cy="661238"/>
          </a:xfrm>
          <a:prstGeom prst="ellipse">
            <a:avLst/>
          </a:prstGeom>
          <a:solidFill>
            <a:srgbClr val="041E50"/>
          </a:solidFill>
          <a:ln/>
        </p:spPr>
        <p:txBody>
          <a:bodyPr/>
          <a:lstStyle/>
          <a:p>
            <a:endParaRPr lang="it-IT" noProof="0" dirty="0"/>
          </a:p>
        </p:txBody>
      </p:sp>
      <p:sp>
        <p:nvSpPr>
          <p:cNvPr id="65" name="Shape 3">
            <a:extLst>
              <a:ext uri="{FF2B5EF4-FFF2-40B4-BE49-F238E27FC236}">
                <a16:creationId xmlns:a16="http://schemas.microsoft.com/office/drawing/2014/main" id="{E9268BF7-6223-EC5F-EFE2-D2508904C65E}"/>
              </a:ext>
            </a:extLst>
          </p:cNvPr>
          <p:cNvSpPr/>
          <p:nvPr/>
        </p:nvSpPr>
        <p:spPr>
          <a:xfrm>
            <a:off x="4608622" y="5002548"/>
            <a:ext cx="661238" cy="661238"/>
          </a:xfrm>
          <a:prstGeom prst="ellipse">
            <a:avLst/>
          </a:prstGeom>
          <a:solidFill>
            <a:srgbClr val="041E50"/>
          </a:solidFill>
          <a:ln/>
        </p:spPr>
        <p:txBody>
          <a:bodyPr/>
          <a:lstStyle/>
          <a:p>
            <a:endParaRPr lang="it-IT" noProof="0" dirty="0"/>
          </a:p>
        </p:txBody>
      </p:sp>
      <p:sp>
        <p:nvSpPr>
          <p:cNvPr id="67" name="Shape 3">
            <a:extLst>
              <a:ext uri="{FF2B5EF4-FFF2-40B4-BE49-F238E27FC236}">
                <a16:creationId xmlns:a16="http://schemas.microsoft.com/office/drawing/2014/main" id="{F22DDFC4-534E-795F-C020-AE425592A87D}"/>
              </a:ext>
            </a:extLst>
          </p:cNvPr>
          <p:cNvSpPr/>
          <p:nvPr/>
        </p:nvSpPr>
        <p:spPr>
          <a:xfrm>
            <a:off x="8366368" y="5002548"/>
            <a:ext cx="661238" cy="661238"/>
          </a:xfrm>
          <a:prstGeom prst="ellipse">
            <a:avLst/>
          </a:prstGeom>
          <a:solidFill>
            <a:srgbClr val="041E50"/>
          </a:solidFill>
          <a:ln/>
        </p:spPr>
        <p:txBody>
          <a:bodyPr/>
          <a:lstStyle/>
          <a:p>
            <a:endParaRPr lang="it-IT" noProof="0" dirty="0"/>
          </a:p>
        </p:txBody>
      </p:sp>
      <p:pic>
        <p:nvPicPr>
          <p:cNvPr id="69" name="Graphic 68" descr="Hierarchy with solid fill">
            <a:extLst>
              <a:ext uri="{FF2B5EF4-FFF2-40B4-BE49-F238E27FC236}">
                <a16:creationId xmlns:a16="http://schemas.microsoft.com/office/drawing/2014/main" id="{BC9F2A46-5857-3C6E-E05F-392ADA5464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76690" y="2267110"/>
            <a:ext cx="448056" cy="448056"/>
          </a:xfrm>
          <a:prstGeom prst="rect">
            <a:avLst/>
          </a:prstGeom>
        </p:spPr>
      </p:pic>
      <p:pic>
        <p:nvPicPr>
          <p:cNvPr id="71" name="Graphic 70" descr="Books with solid fill">
            <a:extLst>
              <a:ext uri="{FF2B5EF4-FFF2-40B4-BE49-F238E27FC236}">
                <a16:creationId xmlns:a16="http://schemas.microsoft.com/office/drawing/2014/main" id="{639C2C0D-EAE5-80B9-BB03-2B7A14B0E9A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14022" y="5109139"/>
            <a:ext cx="448056" cy="448056"/>
          </a:xfrm>
          <a:prstGeom prst="rect">
            <a:avLst/>
          </a:prstGeom>
        </p:spPr>
      </p:pic>
      <p:pic>
        <p:nvPicPr>
          <p:cNvPr id="73" name="Graphic 72" descr="Daily calendar with solid fill">
            <a:extLst>
              <a:ext uri="{FF2B5EF4-FFF2-40B4-BE49-F238E27FC236}">
                <a16:creationId xmlns:a16="http://schemas.microsoft.com/office/drawing/2014/main" id="{9CBE69E6-5788-54AD-6216-9BBA937CB15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6891" y="5109139"/>
            <a:ext cx="448056" cy="448056"/>
          </a:xfrm>
          <a:prstGeom prst="rect">
            <a:avLst/>
          </a:prstGeom>
        </p:spPr>
      </p:pic>
      <p:pic>
        <p:nvPicPr>
          <p:cNvPr id="75" name="Graphic 74" descr="Globe with solid fill">
            <a:extLst>
              <a:ext uri="{FF2B5EF4-FFF2-40B4-BE49-F238E27FC236}">
                <a16:creationId xmlns:a16="http://schemas.microsoft.com/office/drawing/2014/main" id="{171B0F18-D2B6-7142-2313-4F514CDD057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715213" y="2266491"/>
            <a:ext cx="448056" cy="448056"/>
          </a:xfrm>
          <a:prstGeom prst="rect">
            <a:avLst/>
          </a:prstGeom>
        </p:spPr>
      </p:pic>
      <p:pic>
        <p:nvPicPr>
          <p:cNvPr id="77" name="Graphic 76" descr="Table with solid fill">
            <a:extLst>
              <a:ext uri="{FF2B5EF4-FFF2-40B4-BE49-F238E27FC236}">
                <a16:creationId xmlns:a16="http://schemas.microsoft.com/office/drawing/2014/main" id="{DF78A0E2-DAF9-AD26-9B95-3FD1DF5BBF8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476690" y="5109139"/>
            <a:ext cx="448056" cy="448056"/>
          </a:xfrm>
          <a:prstGeom prst="rect">
            <a:avLst/>
          </a:prstGeom>
        </p:spPr>
      </p:pic>
    </p:spTree>
    <p:extLst>
      <p:ext uri="{BB962C8B-B14F-4D97-AF65-F5344CB8AC3E}">
        <p14:creationId xmlns:p14="http://schemas.microsoft.com/office/powerpoint/2010/main" val="554386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DC1F1-E91A-EA5C-A662-100DA321C73E}"/>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7B661822-EBB4-6433-64E6-21FA2050AF38}"/>
              </a:ext>
            </a:extLst>
          </p:cNvPr>
          <p:cNvSpPr>
            <a:spLocks noGrp="1"/>
          </p:cNvSpPr>
          <p:nvPr>
            <p:ph type="body" sz="half" idx="2"/>
          </p:nvPr>
        </p:nvSpPr>
        <p:spPr/>
        <p:txBody>
          <a:bodyPr/>
          <a:lstStyle/>
          <a:p>
            <a:endParaRPr lang="sv-SE"/>
          </a:p>
        </p:txBody>
      </p:sp>
      <p:sp>
        <p:nvSpPr>
          <p:cNvPr id="4" name="Title 3">
            <a:extLst>
              <a:ext uri="{FF2B5EF4-FFF2-40B4-BE49-F238E27FC236}">
                <a16:creationId xmlns:a16="http://schemas.microsoft.com/office/drawing/2014/main" id="{8D755054-7380-C8E5-8132-9519AF1240C4}"/>
              </a:ext>
            </a:extLst>
          </p:cNvPr>
          <p:cNvSpPr>
            <a:spLocks noGrp="1"/>
          </p:cNvSpPr>
          <p:nvPr>
            <p:ph type="title"/>
          </p:nvPr>
        </p:nvSpPr>
        <p:spPr/>
        <p:txBody>
          <a:bodyPr/>
          <a:lstStyle/>
          <a:p>
            <a:r>
              <a:rPr lang="sv-SE" dirty="0"/>
              <a:t>LOAD phase – Data Warehouse</a:t>
            </a:r>
          </a:p>
        </p:txBody>
      </p:sp>
      <p:sp>
        <p:nvSpPr>
          <p:cNvPr id="6" name="Rectangle: Rounded Corners 5">
            <a:extLst>
              <a:ext uri="{FF2B5EF4-FFF2-40B4-BE49-F238E27FC236}">
                <a16:creationId xmlns:a16="http://schemas.microsoft.com/office/drawing/2014/main" id="{CE0C13CF-804E-70AF-7A57-038F53BB0F5F}"/>
              </a:ext>
            </a:extLst>
          </p:cNvPr>
          <p:cNvSpPr/>
          <p:nvPr/>
        </p:nvSpPr>
        <p:spPr>
          <a:xfrm>
            <a:off x="371474" y="2120643"/>
            <a:ext cx="5292208" cy="2905700"/>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8" name="Rectangle: Rounded Corners 7">
            <a:extLst>
              <a:ext uri="{FF2B5EF4-FFF2-40B4-BE49-F238E27FC236}">
                <a16:creationId xmlns:a16="http://schemas.microsoft.com/office/drawing/2014/main" id="{D6175378-9217-02F1-7075-DF848DDE90C7}"/>
              </a:ext>
            </a:extLst>
          </p:cNvPr>
          <p:cNvSpPr/>
          <p:nvPr/>
        </p:nvSpPr>
        <p:spPr>
          <a:xfrm>
            <a:off x="6523554" y="2120643"/>
            <a:ext cx="5292208" cy="29057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1" name="TextBox 10">
            <a:extLst>
              <a:ext uri="{FF2B5EF4-FFF2-40B4-BE49-F238E27FC236}">
                <a16:creationId xmlns:a16="http://schemas.microsoft.com/office/drawing/2014/main" id="{5740906F-36CF-7D41-F0B7-34B4F9D9BD00}"/>
              </a:ext>
            </a:extLst>
          </p:cNvPr>
          <p:cNvSpPr txBox="1"/>
          <p:nvPr/>
        </p:nvSpPr>
        <p:spPr>
          <a:xfrm>
            <a:off x="1104802" y="2911773"/>
            <a:ext cx="3825552" cy="1323439"/>
          </a:xfrm>
          <a:prstGeom prst="rect">
            <a:avLst/>
          </a:prstGeom>
          <a:noFill/>
        </p:spPr>
        <p:txBody>
          <a:bodyPr wrap="square" rtlCol="0">
            <a:spAutoFit/>
          </a:bodyPr>
          <a:lstStyle/>
          <a:p>
            <a:r>
              <a:rPr lang="it-IT" sz="1600" b="1" dirty="0">
                <a:solidFill>
                  <a:srgbClr val="041E50"/>
                </a:solidFill>
              </a:rPr>
              <a:t>Relational DB</a:t>
            </a:r>
          </a:p>
          <a:p>
            <a:endParaRPr lang="it-IT" sz="1600" b="1" dirty="0">
              <a:solidFill>
                <a:srgbClr val="041E50"/>
              </a:solidFill>
            </a:endParaRPr>
          </a:p>
          <a:p>
            <a:r>
              <a:rPr lang="it-IT" sz="1600" dirty="0">
                <a:solidFill>
                  <a:srgbClr val="041E50"/>
                </a:solidFill>
              </a:rPr>
              <a:t>Electrolux standard (</a:t>
            </a:r>
            <a:r>
              <a:rPr lang="it-IT" sz="1600" i="1" dirty="0">
                <a:solidFill>
                  <a:srgbClr val="041E50"/>
                </a:solidFill>
              </a:rPr>
              <a:t>e.g. </a:t>
            </a:r>
            <a:r>
              <a:rPr lang="it-IT" sz="1600" dirty="0">
                <a:solidFill>
                  <a:srgbClr val="041E50"/>
                </a:solidFill>
              </a:rPr>
              <a:t>with respect to document DB, like Mongo), easily querable also by people with fewer experience.</a:t>
            </a:r>
          </a:p>
        </p:txBody>
      </p:sp>
      <p:sp>
        <p:nvSpPr>
          <p:cNvPr id="13" name="TextBox 12">
            <a:extLst>
              <a:ext uri="{FF2B5EF4-FFF2-40B4-BE49-F238E27FC236}">
                <a16:creationId xmlns:a16="http://schemas.microsoft.com/office/drawing/2014/main" id="{569D61B2-DD5B-EDFA-05AF-6B00143F702D}"/>
              </a:ext>
            </a:extLst>
          </p:cNvPr>
          <p:cNvSpPr txBox="1"/>
          <p:nvPr/>
        </p:nvSpPr>
        <p:spPr>
          <a:xfrm>
            <a:off x="7197789" y="2911773"/>
            <a:ext cx="3943738" cy="1323439"/>
          </a:xfrm>
          <a:prstGeom prst="rect">
            <a:avLst/>
          </a:prstGeom>
          <a:noFill/>
        </p:spPr>
        <p:txBody>
          <a:bodyPr wrap="square" rtlCol="0">
            <a:spAutoFit/>
          </a:bodyPr>
          <a:lstStyle/>
          <a:p>
            <a:r>
              <a:rPr lang="it-IT" sz="1600" b="1" dirty="0">
                <a:solidFill>
                  <a:schemeClr val="bg1"/>
                </a:solidFill>
              </a:rPr>
              <a:t>Variable selection</a:t>
            </a:r>
          </a:p>
          <a:p>
            <a:endParaRPr lang="it-IT" sz="1600" b="1" dirty="0">
              <a:solidFill>
                <a:schemeClr val="bg1"/>
              </a:solidFill>
            </a:endParaRPr>
          </a:p>
          <a:p>
            <a:r>
              <a:rPr lang="it-IT" sz="1600" dirty="0">
                <a:solidFill>
                  <a:schemeClr val="bg1"/>
                </a:solidFill>
              </a:rPr>
              <a:t>Only the most informative variables are stored in the the DB for the following analysis and visualization stages.</a:t>
            </a:r>
          </a:p>
        </p:txBody>
      </p:sp>
      <p:sp>
        <p:nvSpPr>
          <p:cNvPr id="17" name="Shape 18">
            <a:extLst>
              <a:ext uri="{FF2B5EF4-FFF2-40B4-BE49-F238E27FC236}">
                <a16:creationId xmlns:a16="http://schemas.microsoft.com/office/drawing/2014/main" id="{E522E745-C2C1-88E6-EAF9-373B6405D241}"/>
              </a:ext>
            </a:extLst>
          </p:cNvPr>
          <p:cNvSpPr/>
          <p:nvPr/>
        </p:nvSpPr>
        <p:spPr>
          <a:xfrm>
            <a:off x="2426815" y="1657796"/>
            <a:ext cx="1181526" cy="1181526"/>
          </a:xfrm>
          <a:prstGeom prst="ellipse">
            <a:avLst/>
          </a:prstGeom>
          <a:solidFill>
            <a:srgbClr val="041E50"/>
          </a:solidFill>
          <a:ln/>
        </p:spPr>
        <p:txBody>
          <a:bodyPr/>
          <a:lstStyle/>
          <a:p>
            <a:endParaRPr lang="it-IT" noProof="0" dirty="0"/>
          </a:p>
        </p:txBody>
      </p:sp>
      <p:pic>
        <p:nvPicPr>
          <p:cNvPr id="19" name="Graphic 18" descr="Database with solid fill">
            <a:extLst>
              <a:ext uri="{FF2B5EF4-FFF2-40B4-BE49-F238E27FC236}">
                <a16:creationId xmlns:a16="http://schemas.microsoft.com/office/drawing/2014/main" id="{5CD97944-4B96-C21F-3D16-5A84484151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35123" y="1766104"/>
            <a:ext cx="964910" cy="964910"/>
          </a:xfrm>
          <a:prstGeom prst="rect">
            <a:avLst/>
          </a:prstGeom>
        </p:spPr>
      </p:pic>
      <p:sp>
        <p:nvSpPr>
          <p:cNvPr id="21" name="Shape 3">
            <a:extLst>
              <a:ext uri="{FF2B5EF4-FFF2-40B4-BE49-F238E27FC236}">
                <a16:creationId xmlns:a16="http://schemas.microsoft.com/office/drawing/2014/main" id="{B97F1440-E634-056F-C273-314D33695353}"/>
              </a:ext>
            </a:extLst>
          </p:cNvPr>
          <p:cNvSpPr/>
          <p:nvPr/>
        </p:nvSpPr>
        <p:spPr>
          <a:xfrm>
            <a:off x="8578896" y="1657797"/>
            <a:ext cx="1181525" cy="1181525"/>
          </a:xfrm>
          <a:prstGeom prst="ellipse">
            <a:avLst/>
          </a:prstGeom>
          <a:solidFill>
            <a:srgbClr val="041E50"/>
          </a:solidFill>
          <a:ln/>
        </p:spPr>
        <p:txBody>
          <a:bodyPr/>
          <a:lstStyle/>
          <a:p>
            <a:endParaRPr lang="it-IT" noProof="0" dirty="0"/>
          </a:p>
        </p:txBody>
      </p:sp>
      <p:pic>
        <p:nvPicPr>
          <p:cNvPr id="23" name="Graphic 22" descr="Filter with solid fill">
            <a:extLst>
              <a:ext uri="{FF2B5EF4-FFF2-40B4-BE49-F238E27FC236}">
                <a16:creationId xmlns:a16="http://schemas.microsoft.com/office/drawing/2014/main" id="{5BD9079A-4B1C-E816-8C0B-A6F2D80FC9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68804" y="1847705"/>
            <a:ext cx="801709" cy="801709"/>
          </a:xfrm>
          <a:prstGeom prst="rect">
            <a:avLst/>
          </a:prstGeom>
        </p:spPr>
      </p:pic>
    </p:spTree>
    <p:extLst>
      <p:ext uri="{BB962C8B-B14F-4D97-AF65-F5344CB8AC3E}">
        <p14:creationId xmlns:p14="http://schemas.microsoft.com/office/powerpoint/2010/main" val="695242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C6470-EAA0-24F1-FF37-9039139464E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33040C9-97EC-CFA4-77F4-E8251E833615}"/>
              </a:ext>
            </a:extLst>
          </p:cNvPr>
          <p:cNvSpPr>
            <a:spLocks noGrp="1"/>
          </p:cNvSpPr>
          <p:nvPr>
            <p:ph type="body" sz="half" idx="2"/>
          </p:nvPr>
        </p:nvSpPr>
        <p:spPr/>
        <p:txBody>
          <a:bodyPr/>
          <a:lstStyle/>
          <a:p>
            <a:endParaRPr lang="sv-SE"/>
          </a:p>
        </p:txBody>
      </p:sp>
      <p:sp>
        <p:nvSpPr>
          <p:cNvPr id="4" name="Title 3">
            <a:extLst>
              <a:ext uri="{FF2B5EF4-FFF2-40B4-BE49-F238E27FC236}">
                <a16:creationId xmlns:a16="http://schemas.microsoft.com/office/drawing/2014/main" id="{289A1E2D-3B4D-A0B7-6ED5-34C94A628F31}"/>
              </a:ext>
            </a:extLst>
          </p:cNvPr>
          <p:cNvSpPr>
            <a:spLocks noGrp="1"/>
          </p:cNvSpPr>
          <p:nvPr>
            <p:ph type="title"/>
          </p:nvPr>
        </p:nvSpPr>
        <p:spPr/>
        <p:txBody>
          <a:bodyPr/>
          <a:lstStyle/>
          <a:p>
            <a:r>
              <a:rPr lang="sv-SE" dirty="0"/>
              <a:t>LOAD phase – Data Warehouse</a:t>
            </a:r>
          </a:p>
        </p:txBody>
      </p:sp>
      <p:sp>
        <p:nvSpPr>
          <p:cNvPr id="3" name="Rectangle: Rounded Corners 2">
            <a:extLst>
              <a:ext uri="{FF2B5EF4-FFF2-40B4-BE49-F238E27FC236}">
                <a16:creationId xmlns:a16="http://schemas.microsoft.com/office/drawing/2014/main" id="{B4F01041-C2DC-7DC6-9F92-2505D2C83445}"/>
              </a:ext>
            </a:extLst>
          </p:cNvPr>
          <p:cNvSpPr/>
          <p:nvPr/>
        </p:nvSpPr>
        <p:spPr>
          <a:xfrm>
            <a:off x="373856" y="1192912"/>
            <a:ext cx="5292208" cy="5047020"/>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9" name="Rectangle: Rounded Corners 8">
            <a:extLst>
              <a:ext uri="{FF2B5EF4-FFF2-40B4-BE49-F238E27FC236}">
                <a16:creationId xmlns:a16="http://schemas.microsoft.com/office/drawing/2014/main" id="{4831F248-7320-3367-71A0-8A614EB26D27}"/>
              </a:ext>
            </a:extLst>
          </p:cNvPr>
          <p:cNvSpPr/>
          <p:nvPr/>
        </p:nvSpPr>
        <p:spPr>
          <a:xfrm>
            <a:off x="6525936" y="764498"/>
            <a:ext cx="5292208" cy="59038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2" name="TextBox 11">
            <a:extLst>
              <a:ext uri="{FF2B5EF4-FFF2-40B4-BE49-F238E27FC236}">
                <a16:creationId xmlns:a16="http://schemas.microsoft.com/office/drawing/2014/main" id="{0B2B3D7B-64DF-919C-CC1F-7F1BFC2494E8}"/>
              </a:ext>
            </a:extLst>
          </p:cNvPr>
          <p:cNvSpPr txBox="1"/>
          <p:nvPr/>
        </p:nvSpPr>
        <p:spPr>
          <a:xfrm>
            <a:off x="709126" y="1577375"/>
            <a:ext cx="4956937" cy="4278094"/>
          </a:xfrm>
          <a:prstGeom prst="rect">
            <a:avLst/>
          </a:prstGeom>
          <a:noFill/>
        </p:spPr>
        <p:txBody>
          <a:bodyPr wrap="square" rtlCol="0">
            <a:spAutoFit/>
          </a:bodyPr>
          <a:lstStyle/>
          <a:p>
            <a:r>
              <a:rPr lang="it-IT" sz="1600" dirty="0">
                <a:solidFill>
                  <a:srgbClr val="041E50"/>
                </a:solidFill>
              </a:rPr>
              <a:t>PRODUCT_DB</a:t>
            </a:r>
          </a:p>
          <a:p>
            <a:endParaRPr lang="it-IT" sz="1600" dirty="0">
              <a:solidFill>
                <a:srgbClr val="041E50"/>
              </a:solidFill>
            </a:endParaRPr>
          </a:p>
          <a:p>
            <a:r>
              <a:rPr lang="it-IT" sz="1600" dirty="0">
                <a:solidFill>
                  <a:srgbClr val="BD8D24"/>
                </a:solidFill>
              </a:rPr>
              <a:t>[PK]</a:t>
            </a:r>
            <a:r>
              <a:rPr lang="it-IT" sz="1600" dirty="0">
                <a:solidFill>
                  <a:srgbClr val="041E50"/>
                </a:solidFill>
              </a:rPr>
              <a:t>	</a:t>
            </a:r>
            <a:r>
              <a:rPr lang="it-IT" sz="1600" dirty="0">
                <a:solidFill>
                  <a:srgbClr val="041E50"/>
                </a:solidFill>
                <a:latin typeface="Consolas" panose="020B0609020204030204" pitchFamily="49" charset="0"/>
              </a:rPr>
              <a:t>product_id	</a:t>
            </a:r>
            <a:r>
              <a:rPr lang="it-IT" sz="1100" dirty="0">
                <a:solidFill>
                  <a:srgbClr val="041E50"/>
                </a:solidFill>
              </a:rPr>
              <a:t>Bosch model code</a:t>
            </a:r>
            <a:endParaRPr lang="it-IT" sz="1200" dirty="0">
              <a:solidFill>
                <a:srgbClr val="041E50"/>
              </a:solidFill>
            </a:endParaRPr>
          </a:p>
          <a:p>
            <a:r>
              <a:rPr lang="it-IT" sz="1600" dirty="0">
                <a:solidFill>
                  <a:srgbClr val="041E50"/>
                </a:solidFill>
              </a:rPr>
              <a:t>	</a:t>
            </a:r>
          </a:p>
          <a:p>
            <a:r>
              <a:rPr lang="it-IT" sz="1600" dirty="0">
                <a:solidFill>
                  <a:srgbClr val="041E50"/>
                </a:solidFill>
              </a:rPr>
              <a:t>	</a:t>
            </a:r>
            <a:r>
              <a:rPr lang="it-IT" sz="1600" dirty="0">
                <a:solidFill>
                  <a:srgbClr val="041E50"/>
                </a:solidFill>
                <a:latin typeface="Consolas" panose="020B0609020204030204" pitchFamily="49" charset="0"/>
              </a:rPr>
              <a:t>serie</a:t>
            </a:r>
            <a:r>
              <a:rPr lang="it-IT" sz="1600" dirty="0">
                <a:solidFill>
                  <a:srgbClr val="041E50"/>
                </a:solidFill>
              </a:rPr>
              <a:t>		</a:t>
            </a:r>
            <a:r>
              <a:rPr lang="it-IT" sz="1100" dirty="0">
                <a:solidFill>
                  <a:srgbClr val="041E50"/>
                </a:solidFill>
              </a:rPr>
              <a:t>Series 2/4/6/8</a:t>
            </a:r>
            <a:endParaRPr lang="it-IT" sz="1200" dirty="0">
              <a:solidFill>
                <a:srgbClr val="041E50"/>
              </a:solidFill>
            </a:endParaRP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install_type</a:t>
            </a:r>
            <a:r>
              <a:rPr lang="it-IT" sz="1600" dirty="0">
                <a:solidFill>
                  <a:srgbClr val="041E50"/>
                </a:solidFill>
              </a:rPr>
              <a:t>	</a:t>
            </a:r>
            <a:r>
              <a:rPr lang="it-IT" sz="1100" dirty="0">
                <a:solidFill>
                  <a:srgbClr val="041E50"/>
                </a:solidFill>
              </a:rPr>
              <a:t>Built-in | Freestanding</a:t>
            </a:r>
            <a:endParaRPr lang="it-IT" sz="1200" dirty="0">
              <a:solidFill>
                <a:srgbClr val="041E50"/>
              </a:solidFill>
            </a:endParaRP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energy_class</a:t>
            </a:r>
            <a:r>
              <a:rPr lang="it-IT" sz="1600" dirty="0">
                <a:solidFill>
                  <a:srgbClr val="041E50"/>
                </a:solidFill>
              </a:rPr>
              <a:t>	</a:t>
            </a:r>
            <a:r>
              <a:rPr lang="it-IT" sz="1100" dirty="0">
                <a:solidFill>
                  <a:srgbClr val="041E50"/>
                </a:solidFill>
              </a:rPr>
              <a:t>A – G</a:t>
            </a: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avg_rating</a:t>
            </a:r>
            <a:r>
              <a:rPr lang="it-IT" sz="1600" dirty="0">
                <a:solidFill>
                  <a:srgbClr val="041E50"/>
                </a:solidFill>
              </a:rPr>
              <a:t>	</a:t>
            </a:r>
            <a:r>
              <a:rPr lang="it-IT" sz="1100" dirty="0">
                <a:solidFill>
                  <a:srgbClr val="041E50"/>
                </a:solidFill>
              </a:rPr>
              <a:t>Aggregated star rating</a:t>
            </a: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review_count</a:t>
            </a:r>
            <a:r>
              <a:rPr lang="it-IT" sz="1600" dirty="0">
                <a:solidFill>
                  <a:srgbClr val="041E50"/>
                </a:solidFill>
              </a:rPr>
              <a:t>	</a:t>
            </a:r>
            <a:r>
              <a:rPr lang="it-IT" sz="1100" dirty="0">
                <a:solidFill>
                  <a:srgbClr val="041E50"/>
                </a:solidFill>
              </a:rPr>
              <a:t>total review number</a:t>
            </a:r>
            <a:endParaRPr lang="it-IT" sz="1200" dirty="0">
              <a:solidFill>
                <a:srgbClr val="041E50"/>
              </a:solidFill>
            </a:endParaRP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is_discontinued</a:t>
            </a:r>
            <a:r>
              <a:rPr lang="it-IT" sz="1600" dirty="0">
                <a:solidFill>
                  <a:srgbClr val="041E50"/>
                </a:solidFill>
              </a:rPr>
              <a:t>	</a:t>
            </a:r>
            <a:r>
              <a:rPr lang="it-IT" sz="1100" dirty="0">
                <a:solidFill>
                  <a:srgbClr val="041E50"/>
                </a:solidFill>
              </a:rPr>
              <a:t>bool</a:t>
            </a:r>
            <a:endParaRPr lang="it-IT" sz="1200" dirty="0">
              <a:solidFill>
                <a:srgbClr val="041E50"/>
              </a:solidFill>
            </a:endParaRP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has_aquastop, …</a:t>
            </a:r>
            <a:r>
              <a:rPr lang="it-IT" sz="1600" dirty="0">
                <a:solidFill>
                  <a:srgbClr val="041E50"/>
                </a:solidFill>
              </a:rPr>
              <a:t>	</a:t>
            </a:r>
            <a:r>
              <a:rPr lang="it-IT" sz="1100" dirty="0">
                <a:solidFill>
                  <a:srgbClr val="041E50"/>
                </a:solidFill>
              </a:rPr>
              <a:t>22 claim flag (bool)</a:t>
            </a:r>
            <a:endParaRPr lang="it-IT" sz="1200" dirty="0">
              <a:solidFill>
                <a:srgbClr val="041E50"/>
              </a:solidFill>
            </a:endParaRPr>
          </a:p>
        </p:txBody>
      </p:sp>
      <p:sp>
        <p:nvSpPr>
          <p:cNvPr id="31" name="TextBox 30">
            <a:extLst>
              <a:ext uri="{FF2B5EF4-FFF2-40B4-BE49-F238E27FC236}">
                <a16:creationId xmlns:a16="http://schemas.microsoft.com/office/drawing/2014/main" id="{550EFFF8-E112-B589-0727-FD3C678AF448}"/>
              </a:ext>
            </a:extLst>
          </p:cNvPr>
          <p:cNvSpPr txBox="1"/>
          <p:nvPr/>
        </p:nvSpPr>
        <p:spPr>
          <a:xfrm>
            <a:off x="6736696" y="1084933"/>
            <a:ext cx="5081448" cy="5262979"/>
          </a:xfrm>
          <a:prstGeom prst="rect">
            <a:avLst/>
          </a:prstGeom>
          <a:noFill/>
        </p:spPr>
        <p:txBody>
          <a:bodyPr wrap="square" rtlCol="0">
            <a:spAutoFit/>
          </a:bodyPr>
          <a:lstStyle/>
          <a:p>
            <a:r>
              <a:rPr lang="it-IT" sz="1600" dirty="0">
                <a:solidFill>
                  <a:srgbClr val="041E50"/>
                </a:solidFill>
              </a:rPr>
              <a:t>REVIEW_DB</a:t>
            </a:r>
          </a:p>
          <a:p>
            <a:endParaRPr lang="it-IT" sz="1600" dirty="0">
              <a:solidFill>
                <a:srgbClr val="041E50"/>
              </a:solidFill>
            </a:endParaRPr>
          </a:p>
          <a:p>
            <a:r>
              <a:rPr lang="it-IT" sz="1600" dirty="0">
                <a:solidFill>
                  <a:srgbClr val="BD8D24"/>
                </a:solidFill>
              </a:rPr>
              <a:t>[PK]</a:t>
            </a:r>
            <a:r>
              <a:rPr lang="it-IT" sz="1600" dirty="0">
                <a:solidFill>
                  <a:srgbClr val="041E50"/>
                </a:solidFill>
              </a:rPr>
              <a:t>	</a:t>
            </a:r>
            <a:r>
              <a:rPr lang="it-IT" sz="1600" dirty="0">
                <a:solidFill>
                  <a:srgbClr val="041E50"/>
                </a:solidFill>
                <a:latin typeface="Consolas" panose="020B0609020204030204" pitchFamily="49" charset="0"/>
              </a:rPr>
              <a:t>review_key</a:t>
            </a:r>
            <a:r>
              <a:rPr lang="it-IT" sz="1600" dirty="0">
                <a:solidFill>
                  <a:srgbClr val="041E50"/>
                </a:solidFill>
              </a:rPr>
              <a:t>	</a:t>
            </a:r>
            <a:r>
              <a:rPr lang="it-IT" sz="1100" dirty="0">
                <a:solidFill>
                  <a:srgbClr val="041E50"/>
                </a:solidFill>
              </a:rPr>
              <a:t>new unique primary key</a:t>
            </a:r>
          </a:p>
          <a:p>
            <a:endParaRPr lang="it-IT" sz="1600" dirty="0">
              <a:solidFill>
                <a:srgbClr val="041E50"/>
              </a:solidFill>
            </a:endParaRPr>
          </a:p>
          <a:p>
            <a:r>
              <a:rPr lang="it-IT" sz="1600" dirty="0">
                <a:solidFill>
                  <a:srgbClr val="4A1E18"/>
                </a:solidFill>
              </a:rPr>
              <a:t>[FK]</a:t>
            </a:r>
            <a:r>
              <a:rPr lang="it-IT" sz="1600" dirty="0">
                <a:solidFill>
                  <a:srgbClr val="041E50"/>
                </a:solidFill>
              </a:rPr>
              <a:t>	</a:t>
            </a:r>
            <a:r>
              <a:rPr lang="it-IT" sz="1600" dirty="0">
                <a:solidFill>
                  <a:srgbClr val="041E50"/>
                </a:solidFill>
                <a:latin typeface="Consolas" panose="020B0609020204030204" pitchFamily="49" charset="0"/>
              </a:rPr>
              <a:t>product_it	</a:t>
            </a:r>
            <a:r>
              <a:rPr lang="it-IT" sz="1100" dirty="0">
                <a:solidFill>
                  <a:srgbClr val="041E50"/>
                </a:solidFill>
              </a:rPr>
              <a:t>link to PRODUCT_DB</a:t>
            </a: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year/month/day</a:t>
            </a:r>
            <a:r>
              <a:rPr lang="it-IT" sz="1600" dirty="0">
                <a:solidFill>
                  <a:srgbClr val="041E50"/>
                </a:solidFill>
              </a:rPr>
              <a:t>	</a:t>
            </a:r>
            <a:r>
              <a:rPr lang="it-IT" sz="1100" dirty="0">
                <a:solidFill>
                  <a:srgbClr val="041E50"/>
                </a:solidFill>
              </a:rPr>
              <a:t>date fields</a:t>
            </a: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rating</a:t>
            </a:r>
            <a:r>
              <a:rPr lang="it-IT" sz="1600" dirty="0">
                <a:solidFill>
                  <a:srgbClr val="041E50"/>
                </a:solidFill>
              </a:rPr>
              <a:t>		</a:t>
            </a:r>
            <a:r>
              <a:rPr lang="it-IT" sz="1100" dirty="0">
                <a:solidFill>
                  <a:srgbClr val="041E50"/>
                </a:solidFill>
              </a:rPr>
              <a:t>1 – 5</a:t>
            </a: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rating_progs, …</a:t>
            </a:r>
            <a:r>
              <a:rPr lang="it-IT" sz="1600" dirty="0">
                <a:solidFill>
                  <a:srgbClr val="041E50"/>
                </a:solidFill>
              </a:rPr>
              <a:t>	</a:t>
            </a:r>
            <a:r>
              <a:rPr lang="it-IT" sz="1100" dirty="0">
                <a:solidFill>
                  <a:srgbClr val="041E50"/>
                </a:solidFill>
              </a:rPr>
              <a:t>4 secondary ratings</a:t>
            </a: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country</a:t>
            </a:r>
            <a:r>
              <a:rPr lang="it-IT" sz="1600" dirty="0">
                <a:solidFill>
                  <a:srgbClr val="041E50"/>
                </a:solidFill>
              </a:rPr>
              <a:t>		</a:t>
            </a:r>
            <a:r>
              <a:rPr lang="it-IT" sz="1100" dirty="0">
                <a:solidFill>
                  <a:srgbClr val="041E50"/>
                </a:solidFill>
              </a:rPr>
              <a:t>2 letter ISO standard</a:t>
            </a: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age_midpoint</a:t>
            </a:r>
            <a:r>
              <a:rPr lang="it-IT" sz="1600" dirty="0">
                <a:solidFill>
                  <a:srgbClr val="041E50"/>
                </a:solidFill>
              </a:rPr>
              <a:t>	</a:t>
            </a:r>
            <a:r>
              <a:rPr lang="it-IT" sz="1100" dirty="0">
                <a:solidFill>
                  <a:srgbClr val="041E50"/>
                </a:solidFill>
              </a:rPr>
              <a:t>15 – 68</a:t>
            </a: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household_size</a:t>
            </a:r>
            <a:r>
              <a:rPr lang="it-IT" sz="1600" dirty="0">
                <a:solidFill>
                  <a:srgbClr val="041E50"/>
                </a:solidFill>
              </a:rPr>
              <a:t>	</a:t>
            </a:r>
            <a:r>
              <a:rPr lang="it-IT" sz="1100" dirty="0">
                <a:solidFill>
                  <a:srgbClr val="041E50"/>
                </a:solidFill>
              </a:rPr>
              <a:t>1 – 4</a:t>
            </a: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usage_weekly</a:t>
            </a:r>
            <a:r>
              <a:rPr lang="it-IT" sz="1600" dirty="0">
                <a:solidFill>
                  <a:srgbClr val="041E50"/>
                </a:solidFill>
              </a:rPr>
              <a:t>	</a:t>
            </a:r>
            <a:r>
              <a:rPr lang="it-IT" sz="1100" dirty="0">
                <a:solidFill>
                  <a:srgbClr val="041E50"/>
                </a:solidFill>
              </a:rPr>
              <a:t>0.1 – 7</a:t>
            </a:r>
          </a:p>
          <a:p>
            <a:endParaRPr lang="it-IT" sz="1600" dirty="0">
              <a:solidFill>
                <a:srgbClr val="041E50"/>
              </a:solidFill>
            </a:endParaRPr>
          </a:p>
          <a:p>
            <a:r>
              <a:rPr lang="it-IT" sz="1600" dirty="0">
                <a:solidFill>
                  <a:srgbClr val="041E50"/>
                </a:solidFill>
              </a:rPr>
              <a:t>	</a:t>
            </a:r>
            <a:r>
              <a:rPr lang="it-IT" sz="1600" dirty="0">
                <a:solidFill>
                  <a:srgbClr val="041E50"/>
                </a:solidFill>
                <a:latin typeface="Consolas" panose="020B0609020204030204" pitchFamily="49" charset="0"/>
              </a:rPr>
              <a:t>title_en/text_en</a:t>
            </a:r>
            <a:r>
              <a:rPr lang="it-IT" sz="1600" dirty="0">
                <a:solidFill>
                  <a:srgbClr val="041E50"/>
                </a:solidFill>
              </a:rPr>
              <a:t>	</a:t>
            </a:r>
            <a:r>
              <a:rPr lang="it-IT" sz="1100" dirty="0">
                <a:solidFill>
                  <a:srgbClr val="041E50"/>
                </a:solidFill>
              </a:rPr>
              <a:t>review english translation</a:t>
            </a:r>
          </a:p>
        </p:txBody>
      </p:sp>
    </p:spTree>
    <p:extLst>
      <p:ext uri="{BB962C8B-B14F-4D97-AF65-F5344CB8AC3E}">
        <p14:creationId xmlns:p14="http://schemas.microsoft.com/office/powerpoint/2010/main" val="2563401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56993-C96A-04BE-67E8-F092498A4CDD}"/>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C9D2F44B-7816-697D-1BAD-BFEC8703368E}"/>
              </a:ext>
            </a:extLst>
          </p:cNvPr>
          <p:cNvSpPr>
            <a:spLocks noGrp="1"/>
          </p:cNvSpPr>
          <p:nvPr>
            <p:ph type="body" sz="half" idx="2"/>
          </p:nvPr>
        </p:nvSpPr>
        <p:spPr/>
        <p:txBody>
          <a:bodyPr/>
          <a:lstStyle/>
          <a:p>
            <a:endParaRPr lang="sv-SE"/>
          </a:p>
        </p:txBody>
      </p:sp>
      <p:sp>
        <p:nvSpPr>
          <p:cNvPr id="4" name="Title 3">
            <a:extLst>
              <a:ext uri="{FF2B5EF4-FFF2-40B4-BE49-F238E27FC236}">
                <a16:creationId xmlns:a16="http://schemas.microsoft.com/office/drawing/2014/main" id="{63CEDE40-14AF-918C-AC51-2F5A672C99BB}"/>
              </a:ext>
            </a:extLst>
          </p:cNvPr>
          <p:cNvSpPr>
            <a:spLocks noGrp="1"/>
          </p:cNvSpPr>
          <p:nvPr>
            <p:ph type="title"/>
          </p:nvPr>
        </p:nvSpPr>
        <p:spPr/>
        <p:txBody>
          <a:bodyPr/>
          <a:lstStyle/>
          <a:p>
            <a:r>
              <a:rPr lang="sv-SE" dirty="0"/>
              <a:t>Data Warehouse – some numbers</a:t>
            </a:r>
          </a:p>
        </p:txBody>
      </p:sp>
      <p:sp>
        <p:nvSpPr>
          <p:cNvPr id="6" name="Rectangle: Rounded Corners 5">
            <a:extLst>
              <a:ext uri="{FF2B5EF4-FFF2-40B4-BE49-F238E27FC236}">
                <a16:creationId xmlns:a16="http://schemas.microsoft.com/office/drawing/2014/main" id="{77CB35F1-56D0-7BE7-9974-65A43A42D373}"/>
              </a:ext>
            </a:extLst>
          </p:cNvPr>
          <p:cNvSpPr/>
          <p:nvPr/>
        </p:nvSpPr>
        <p:spPr>
          <a:xfrm>
            <a:off x="373856" y="1591347"/>
            <a:ext cx="5292208" cy="4384260"/>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8" name="Rectangle: Rounded Corners 7">
            <a:extLst>
              <a:ext uri="{FF2B5EF4-FFF2-40B4-BE49-F238E27FC236}">
                <a16:creationId xmlns:a16="http://schemas.microsoft.com/office/drawing/2014/main" id="{C8251894-5B50-D381-6B8A-3CC05041009B}"/>
              </a:ext>
            </a:extLst>
          </p:cNvPr>
          <p:cNvSpPr/>
          <p:nvPr/>
        </p:nvSpPr>
        <p:spPr>
          <a:xfrm>
            <a:off x="6525936" y="1591347"/>
            <a:ext cx="5292208" cy="438426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1" name="TextBox 10">
            <a:extLst>
              <a:ext uri="{FF2B5EF4-FFF2-40B4-BE49-F238E27FC236}">
                <a16:creationId xmlns:a16="http://schemas.microsoft.com/office/drawing/2014/main" id="{0DD8DC4C-0FD9-27C7-DD4A-673B9A03E17A}"/>
              </a:ext>
            </a:extLst>
          </p:cNvPr>
          <p:cNvSpPr txBox="1"/>
          <p:nvPr/>
        </p:nvSpPr>
        <p:spPr>
          <a:xfrm>
            <a:off x="905070" y="2383094"/>
            <a:ext cx="4114800" cy="2800767"/>
          </a:xfrm>
          <a:prstGeom prst="rect">
            <a:avLst/>
          </a:prstGeom>
          <a:noFill/>
        </p:spPr>
        <p:txBody>
          <a:bodyPr wrap="square" rtlCol="0">
            <a:spAutoFit/>
          </a:bodyPr>
          <a:lstStyle/>
          <a:p>
            <a:pPr marL="285750" indent="-285750">
              <a:buFont typeface="Arial" panose="020B0604020202020204" pitchFamily="34" charset="0"/>
              <a:buChar char="•"/>
            </a:pPr>
            <a:r>
              <a:rPr lang="it-IT" sz="1600" dirty="0">
                <a:solidFill>
                  <a:srgbClr val="041E50"/>
                </a:solidFill>
              </a:rPr>
              <a:t>141 dishwasher models:</a:t>
            </a:r>
          </a:p>
          <a:p>
            <a:pPr marL="285750" indent="-285750">
              <a:buFont typeface="Arial" panose="020B0604020202020204" pitchFamily="34" charset="0"/>
              <a:buChar char="•"/>
            </a:pPr>
            <a:endParaRPr lang="it-IT" sz="1600" dirty="0">
              <a:solidFill>
                <a:srgbClr val="041E50"/>
              </a:solidFill>
            </a:endParaRPr>
          </a:p>
          <a:p>
            <a:pPr marL="742950" lvl="1" indent="-285750">
              <a:buFont typeface="Arial" panose="020B0604020202020204" pitchFamily="34" charset="0"/>
              <a:buChar char="•"/>
            </a:pPr>
            <a:r>
              <a:rPr lang="it-IT" sz="1600" dirty="0">
                <a:solidFill>
                  <a:srgbClr val="041E50"/>
                </a:solidFill>
              </a:rPr>
              <a:t>98 active models</a:t>
            </a:r>
          </a:p>
          <a:p>
            <a:pPr marL="742950" lvl="1" indent="-285750">
              <a:buFont typeface="Arial" panose="020B0604020202020204" pitchFamily="34" charset="0"/>
              <a:buChar char="•"/>
            </a:pPr>
            <a:r>
              <a:rPr lang="it-IT" sz="1600" dirty="0">
                <a:solidFill>
                  <a:srgbClr val="041E50"/>
                </a:solidFill>
              </a:rPr>
              <a:t>43 discontinued models.</a:t>
            </a:r>
          </a:p>
          <a:p>
            <a:pPr marL="742950" lvl="1" indent="-285750">
              <a:buFont typeface="Arial" panose="020B0604020202020204" pitchFamily="34" charset="0"/>
              <a:buChar char="•"/>
            </a:pPr>
            <a:endParaRPr lang="it-IT" sz="1600" dirty="0">
              <a:solidFill>
                <a:srgbClr val="041E50"/>
              </a:solidFill>
            </a:endParaRPr>
          </a:p>
          <a:p>
            <a:pPr marL="285750" indent="-285750">
              <a:buFont typeface="Arial" panose="020B0604020202020204" pitchFamily="34" charset="0"/>
              <a:buChar char="•"/>
            </a:pPr>
            <a:r>
              <a:rPr lang="it-IT" sz="1600" dirty="0">
                <a:solidFill>
                  <a:srgbClr val="041E50"/>
                </a:solidFill>
              </a:rPr>
              <a:t>Good mix of built-in and freestanding models.</a:t>
            </a:r>
          </a:p>
          <a:p>
            <a:pPr marL="285750" indent="-285750">
              <a:buFont typeface="Arial" panose="020B0604020202020204" pitchFamily="34" charset="0"/>
              <a:buChar char="•"/>
            </a:pPr>
            <a:endParaRPr lang="it-IT" sz="1600" dirty="0">
              <a:solidFill>
                <a:srgbClr val="041E50"/>
              </a:solidFill>
            </a:endParaRPr>
          </a:p>
          <a:p>
            <a:pPr marL="285750" indent="-285750">
              <a:buFont typeface="Arial" panose="020B0604020202020204" pitchFamily="34" charset="0"/>
              <a:buChar char="•"/>
            </a:pPr>
            <a:r>
              <a:rPr lang="it-IT" sz="1600" dirty="0">
                <a:solidFill>
                  <a:srgbClr val="041E50"/>
                </a:solidFill>
              </a:rPr>
              <a:t>Most represented energy classes: A and B.</a:t>
            </a:r>
          </a:p>
          <a:p>
            <a:pPr marL="285750" indent="-285750">
              <a:buFont typeface="Arial" panose="020B0604020202020204" pitchFamily="34" charset="0"/>
              <a:buChar char="•"/>
            </a:pPr>
            <a:endParaRPr lang="it-IT" sz="1600" dirty="0">
              <a:solidFill>
                <a:srgbClr val="041E50"/>
              </a:solidFill>
            </a:endParaRPr>
          </a:p>
          <a:p>
            <a:pPr marL="285750" indent="-285750">
              <a:buFont typeface="Arial" panose="020B0604020202020204" pitchFamily="34" charset="0"/>
              <a:buChar char="•"/>
            </a:pPr>
            <a:r>
              <a:rPr lang="it-IT" sz="1600" dirty="0">
                <a:solidFill>
                  <a:srgbClr val="041E50"/>
                </a:solidFill>
              </a:rPr>
              <a:t>Most represented serie: Serie 4.</a:t>
            </a:r>
          </a:p>
        </p:txBody>
      </p:sp>
      <p:sp>
        <p:nvSpPr>
          <p:cNvPr id="14" name="TextBox 13">
            <a:extLst>
              <a:ext uri="{FF2B5EF4-FFF2-40B4-BE49-F238E27FC236}">
                <a16:creationId xmlns:a16="http://schemas.microsoft.com/office/drawing/2014/main" id="{0D4960AD-D6B2-F6B1-3D4C-1075917EFA93}"/>
              </a:ext>
            </a:extLst>
          </p:cNvPr>
          <p:cNvSpPr txBox="1"/>
          <p:nvPr/>
        </p:nvSpPr>
        <p:spPr>
          <a:xfrm>
            <a:off x="905070" y="1329737"/>
            <a:ext cx="2527678" cy="523220"/>
          </a:xfrm>
          <a:prstGeom prst="rect">
            <a:avLst/>
          </a:prstGeom>
          <a:solidFill>
            <a:srgbClr val="041E50"/>
          </a:solidFill>
        </p:spPr>
        <p:txBody>
          <a:bodyPr wrap="square" rtlCol="0">
            <a:spAutoFit/>
          </a:bodyPr>
          <a:lstStyle/>
          <a:p>
            <a:pPr algn="ctr"/>
            <a:r>
              <a:rPr lang="it-IT" sz="2800" dirty="0">
                <a:solidFill>
                  <a:schemeClr val="bg1"/>
                </a:solidFill>
              </a:rPr>
              <a:t>PRODUCT_DB</a:t>
            </a:r>
          </a:p>
        </p:txBody>
      </p:sp>
      <p:sp>
        <p:nvSpPr>
          <p:cNvPr id="16" name="TextBox 15">
            <a:extLst>
              <a:ext uri="{FF2B5EF4-FFF2-40B4-BE49-F238E27FC236}">
                <a16:creationId xmlns:a16="http://schemas.microsoft.com/office/drawing/2014/main" id="{D61083F0-43D0-68F9-3F4F-4A75E6978C86}"/>
              </a:ext>
            </a:extLst>
          </p:cNvPr>
          <p:cNvSpPr txBox="1"/>
          <p:nvPr/>
        </p:nvSpPr>
        <p:spPr>
          <a:xfrm>
            <a:off x="6927048" y="2506205"/>
            <a:ext cx="4232987" cy="2554545"/>
          </a:xfrm>
          <a:prstGeom prst="rect">
            <a:avLst/>
          </a:prstGeom>
          <a:noFill/>
        </p:spPr>
        <p:txBody>
          <a:bodyPr wrap="square" rtlCol="0">
            <a:spAutoFit/>
          </a:bodyPr>
          <a:lstStyle/>
          <a:p>
            <a:pPr marL="285750" indent="-285750">
              <a:buFont typeface="Arial" panose="020B0604020202020204" pitchFamily="34" charset="0"/>
              <a:buChar char="•"/>
            </a:pPr>
            <a:r>
              <a:rPr lang="it-IT" sz="1600" dirty="0">
                <a:solidFill>
                  <a:schemeClr val="bg1"/>
                </a:solidFill>
              </a:rPr>
              <a:t>15271 total reviews.</a:t>
            </a:r>
          </a:p>
          <a:p>
            <a:pPr marL="285750" indent="-285750">
              <a:buFont typeface="Arial" panose="020B0604020202020204" pitchFamily="34" charset="0"/>
              <a:buChar char="•"/>
            </a:pPr>
            <a:endParaRPr lang="it-IT" sz="1600" dirty="0">
              <a:solidFill>
                <a:schemeClr val="bg1"/>
              </a:solidFill>
            </a:endParaRPr>
          </a:p>
          <a:p>
            <a:pPr marL="285750" indent="-285750">
              <a:buFont typeface="Arial" panose="020B0604020202020204" pitchFamily="34" charset="0"/>
              <a:buChar char="•"/>
            </a:pPr>
            <a:r>
              <a:rPr lang="it-IT" sz="1600" dirty="0">
                <a:solidFill>
                  <a:schemeClr val="bg1"/>
                </a:solidFill>
              </a:rPr>
              <a:t>84 dishwasher model with at least one review.</a:t>
            </a:r>
          </a:p>
          <a:p>
            <a:pPr marL="285750" indent="-285750">
              <a:buFont typeface="Arial" panose="020B0604020202020204" pitchFamily="34" charset="0"/>
              <a:buChar char="•"/>
            </a:pPr>
            <a:endParaRPr lang="it-IT" sz="1600" dirty="0">
              <a:solidFill>
                <a:schemeClr val="bg1"/>
              </a:solidFill>
            </a:endParaRPr>
          </a:p>
          <a:p>
            <a:pPr marL="285750" indent="-285750">
              <a:buFont typeface="Arial" panose="020B0604020202020204" pitchFamily="34" charset="0"/>
              <a:buChar char="•"/>
            </a:pPr>
            <a:r>
              <a:rPr lang="it-IT" sz="1600" dirty="0">
                <a:solidFill>
                  <a:schemeClr val="bg1"/>
                </a:solidFill>
              </a:rPr>
              <a:t>Average star rating: 4.84/5.</a:t>
            </a:r>
          </a:p>
          <a:p>
            <a:pPr marL="285750" indent="-285750">
              <a:buFont typeface="Arial" panose="020B0604020202020204" pitchFamily="34" charset="0"/>
              <a:buChar char="•"/>
            </a:pPr>
            <a:endParaRPr lang="it-IT" sz="1600" dirty="0">
              <a:solidFill>
                <a:schemeClr val="bg1"/>
              </a:solidFill>
            </a:endParaRPr>
          </a:p>
          <a:p>
            <a:pPr marL="285750" indent="-285750">
              <a:buFont typeface="Arial" panose="020B0604020202020204" pitchFamily="34" charset="0"/>
              <a:buChar char="•"/>
            </a:pPr>
            <a:r>
              <a:rPr lang="it-IT" sz="1600" dirty="0">
                <a:solidFill>
                  <a:schemeClr val="bg1"/>
                </a:solidFill>
              </a:rPr>
              <a:t>Time span: from July 2017 to June 2026.</a:t>
            </a:r>
          </a:p>
          <a:p>
            <a:pPr marL="285750" indent="-285750">
              <a:buFont typeface="Arial" panose="020B0604020202020204" pitchFamily="34" charset="0"/>
              <a:buChar char="•"/>
            </a:pPr>
            <a:endParaRPr lang="it-IT" sz="1600" dirty="0">
              <a:solidFill>
                <a:schemeClr val="bg1"/>
              </a:solidFill>
            </a:endParaRPr>
          </a:p>
          <a:p>
            <a:pPr marL="285750" indent="-285750">
              <a:buFont typeface="Arial" panose="020B0604020202020204" pitchFamily="34" charset="0"/>
              <a:buChar char="•"/>
            </a:pPr>
            <a:r>
              <a:rPr lang="it-IT" sz="1600" dirty="0">
                <a:solidFill>
                  <a:schemeClr val="bg1"/>
                </a:solidFill>
              </a:rPr>
              <a:t>4230 incentivized reviews.</a:t>
            </a:r>
          </a:p>
        </p:txBody>
      </p:sp>
      <p:sp>
        <p:nvSpPr>
          <p:cNvPr id="18" name="TextBox 17">
            <a:extLst>
              <a:ext uri="{FF2B5EF4-FFF2-40B4-BE49-F238E27FC236}">
                <a16:creationId xmlns:a16="http://schemas.microsoft.com/office/drawing/2014/main" id="{65E96BF4-7CAE-DE65-03E5-AD7EE9CB8B3B}"/>
              </a:ext>
            </a:extLst>
          </p:cNvPr>
          <p:cNvSpPr txBox="1"/>
          <p:nvPr/>
        </p:nvSpPr>
        <p:spPr>
          <a:xfrm>
            <a:off x="7053944" y="1332093"/>
            <a:ext cx="2527678" cy="523220"/>
          </a:xfrm>
          <a:prstGeom prst="rect">
            <a:avLst/>
          </a:prstGeom>
          <a:solidFill>
            <a:srgbClr val="041E50"/>
          </a:solidFill>
        </p:spPr>
        <p:txBody>
          <a:bodyPr wrap="square" rtlCol="0">
            <a:spAutoFit/>
          </a:bodyPr>
          <a:lstStyle/>
          <a:p>
            <a:pPr algn="ctr"/>
            <a:r>
              <a:rPr lang="it-IT" sz="2800" dirty="0">
                <a:solidFill>
                  <a:schemeClr val="bg1"/>
                </a:solidFill>
              </a:rPr>
              <a:t>REVIEW_DB</a:t>
            </a:r>
          </a:p>
        </p:txBody>
      </p:sp>
    </p:spTree>
    <p:extLst>
      <p:ext uri="{BB962C8B-B14F-4D97-AF65-F5344CB8AC3E}">
        <p14:creationId xmlns:p14="http://schemas.microsoft.com/office/powerpoint/2010/main" val="627628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A8F17-A3CA-8BE1-CA54-550E376C6061}"/>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FF48A575-27FD-B4B9-9412-9AFA3F7D1961}"/>
              </a:ext>
            </a:extLst>
          </p:cNvPr>
          <p:cNvSpPr>
            <a:spLocks noGrp="1"/>
          </p:cNvSpPr>
          <p:nvPr>
            <p:ph type="body" sz="half" idx="2"/>
          </p:nvPr>
        </p:nvSpPr>
        <p:spPr/>
        <p:txBody>
          <a:bodyPr/>
          <a:lstStyle/>
          <a:p>
            <a:endParaRPr lang="sv-SE"/>
          </a:p>
        </p:txBody>
      </p:sp>
      <p:sp>
        <p:nvSpPr>
          <p:cNvPr id="4" name="Title 3">
            <a:extLst>
              <a:ext uri="{FF2B5EF4-FFF2-40B4-BE49-F238E27FC236}">
                <a16:creationId xmlns:a16="http://schemas.microsoft.com/office/drawing/2014/main" id="{2AED1703-CD80-6066-4AC4-60122ED4FDCC}"/>
              </a:ext>
            </a:extLst>
          </p:cNvPr>
          <p:cNvSpPr>
            <a:spLocks noGrp="1"/>
          </p:cNvSpPr>
          <p:nvPr>
            <p:ph type="title"/>
          </p:nvPr>
        </p:nvSpPr>
        <p:spPr/>
        <p:txBody>
          <a:bodyPr/>
          <a:lstStyle/>
          <a:p>
            <a:r>
              <a:rPr lang="sv-SE" dirty="0"/>
              <a:t>Analysis: are reviews and claims related?</a:t>
            </a:r>
          </a:p>
        </p:txBody>
      </p:sp>
      <p:sp>
        <p:nvSpPr>
          <p:cNvPr id="6" name="Rectangle: Rounded Corners 5">
            <a:extLst>
              <a:ext uri="{FF2B5EF4-FFF2-40B4-BE49-F238E27FC236}">
                <a16:creationId xmlns:a16="http://schemas.microsoft.com/office/drawing/2014/main" id="{E48DCF9A-440F-4E0E-24F5-3D14B8411FC2}"/>
              </a:ext>
            </a:extLst>
          </p:cNvPr>
          <p:cNvSpPr/>
          <p:nvPr/>
        </p:nvSpPr>
        <p:spPr>
          <a:xfrm>
            <a:off x="373856" y="1216597"/>
            <a:ext cx="4888609" cy="5196920"/>
          </a:xfrm>
          <a:prstGeom prst="roundRect">
            <a:avLst/>
          </a:prstGeom>
          <a:solidFill>
            <a:srgbClr val="ADB9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14" name="TextBox 13">
            <a:extLst>
              <a:ext uri="{FF2B5EF4-FFF2-40B4-BE49-F238E27FC236}">
                <a16:creationId xmlns:a16="http://schemas.microsoft.com/office/drawing/2014/main" id="{2A0B4FD7-81FE-F264-4901-C610963DF469}"/>
              </a:ext>
            </a:extLst>
          </p:cNvPr>
          <p:cNvSpPr txBox="1"/>
          <p:nvPr/>
        </p:nvSpPr>
        <p:spPr>
          <a:xfrm>
            <a:off x="905070" y="954987"/>
            <a:ext cx="2527678" cy="523220"/>
          </a:xfrm>
          <a:prstGeom prst="rect">
            <a:avLst/>
          </a:prstGeom>
          <a:solidFill>
            <a:srgbClr val="041E50"/>
          </a:solidFill>
        </p:spPr>
        <p:txBody>
          <a:bodyPr wrap="square" rtlCol="0">
            <a:spAutoFit/>
          </a:bodyPr>
          <a:lstStyle/>
          <a:p>
            <a:pPr algn="ctr"/>
            <a:r>
              <a:rPr lang="it-IT" sz="2800" dirty="0">
                <a:solidFill>
                  <a:schemeClr val="bg1"/>
                </a:solidFill>
              </a:rPr>
              <a:t>APPROACH</a:t>
            </a:r>
          </a:p>
        </p:txBody>
      </p:sp>
      <p:sp>
        <p:nvSpPr>
          <p:cNvPr id="3" name="TextBox 2">
            <a:extLst>
              <a:ext uri="{FF2B5EF4-FFF2-40B4-BE49-F238E27FC236}">
                <a16:creationId xmlns:a16="http://schemas.microsoft.com/office/drawing/2014/main" id="{D07FAEA4-E988-ECF8-1895-B30FF1B40DA8}"/>
              </a:ext>
            </a:extLst>
          </p:cNvPr>
          <p:cNvSpPr txBox="1"/>
          <p:nvPr/>
        </p:nvSpPr>
        <p:spPr>
          <a:xfrm>
            <a:off x="1184068" y="1923138"/>
            <a:ext cx="3825552" cy="1077218"/>
          </a:xfrm>
          <a:prstGeom prst="rect">
            <a:avLst/>
          </a:prstGeom>
          <a:noFill/>
        </p:spPr>
        <p:txBody>
          <a:bodyPr wrap="square" rtlCol="0">
            <a:spAutoFit/>
          </a:bodyPr>
          <a:lstStyle/>
          <a:p>
            <a:r>
              <a:rPr lang="it-IT" sz="1600" b="1" dirty="0">
                <a:solidFill>
                  <a:srgbClr val="041E50"/>
                </a:solidFill>
              </a:rPr>
              <a:t>Regex</a:t>
            </a:r>
          </a:p>
          <a:p>
            <a:r>
              <a:rPr lang="it-IT" sz="1600" dirty="0">
                <a:solidFill>
                  <a:srgbClr val="041E50"/>
                </a:solidFill>
              </a:rPr>
              <a:t>Dictionary of regex for each claim, to understand if the reviews cite the exact claim name or some related topics.</a:t>
            </a:r>
            <a:endParaRPr lang="it-IT" sz="1600" i="1" dirty="0">
              <a:solidFill>
                <a:srgbClr val="041E50"/>
              </a:solidFill>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651F2F1-9324-032B-6427-979B956BAE9C}"/>
                  </a:ext>
                </a:extLst>
              </p:cNvPr>
              <p:cNvSpPr txBox="1"/>
              <p:nvPr/>
            </p:nvSpPr>
            <p:spPr>
              <a:xfrm>
                <a:off x="1184068" y="3415816"/>
                <a:ext cx="3825552" cy="1077218"/>
              </a:xfrm>
              <a:prstGeom prst="rect">
                <a:avLst/>
              </a:prstGeom>
              <a:noFill/>
            </p:spPr>
            <p:txBody>
              <a:bodyPr wrap="square" rtlCol="0">
                <a:spAutoFit/>
              </a:bodyPr>
              <a:lstStyle/>
              <a:p>
                <a:r>
                  <a:rPr lang="it-IT" sz="1600" b="1" dirty="0">
                    <a:solidFill>
                      <a:srgbClr val="041E50"/>
                    </a:solidFill>
                  </a:rPr>
                  <a:t>Data Warehouse</a:t>
                </a:r>
              </a:p>
              <a:p>
                <a:r>
                  <a:rPr lang="it-IT" sz="1600" dirty="0">
                    <a:solidFill>
                      <a:srgbClr val="041E50"/>
                    </a:solidFill>
                  </a:rPr>
                  <a:t>Information on claims and reviews retrieved from the Data Warehouse previously built. Reviews for rating </a:t>
                </a:r>
                <a14:m>
                  <m:oMath xmlns:m="http://schemas.openxmlformats.org/officeDocument/2006/math">
                    <m:r>
                      <a:rPr lang="it-IT" sz="1600" b="0" i="1" smtClean="0">
                        <a:solidFill>
                          <a:srgbClr val="041E50"/>
                        </a:solidFill>
                        <a:latin typeface="Cambria Math" panose="02040503050406030204" pitchFamily="18" charset="0"/>
                      </a:rPr>
                      <m:t>≥</m:t>
                    </m:r>
                  </m:oMath>
                </a14:m>
                <a:r>
                  <a:rPr lang="it-IT" sz="1600" i="1" dirty="0">
                    <a:solidFill>
                      <a:srgbClr val="041E50"/>
                    </a:solidFill>
                  </a:rPr>
                  <a:t> </a:t>
                </a:r>
                <a:r>
                  <a:rPr lang="it-IT" sz="1600" dirty="0">
                    <a:solidFill>
                      <a:srgbClr val="041E50"/>
                    </a:solidFill>
                  </a:rPr>
                  <a:t>4 only.</a:t>
                </a:r>
                <a:endParaRPr lang="it-IT" sz="1600" i="1" dirty="0">
                  <a:solidFill>
                    <a:srgbClr val="041E50"/>
                  </a:solidFill>
                </a:endParaRPr>
              </a:p>
            </p:txBody>
          </p:sp>
        </mc:Choice>
        <mc:Fallback>
          <p:sp>
            <p:nvSpPr>
              <p:cNvPr id="9" name="TextBox 8">
                <a:extLst>
                  <a:ext uri="{FF2B5EF4-FFF2-40B4-BE49-F238E27FC236}">
                    <a16:creationId xmlns:a16="http://schemas.microsoft.com/office/drawing/2014/main" id="{3651F2F1-9324-032B-6427-979B956BAE9C}"/>
                  </a:ext>
                </a:extLst>
              </p:cNvPr>
              <p:cNvSpPr txBox="1">
                <a:spLocks noRot="1" noChangeAspect="1" noMove="1" noResize="1" noEditPoints="1" noAdjustHandles="1" noChangeArrowheads="1" noChangeShapeType="1" noTextEdit="1"/>
              </p:cNvSpPr>
              <p:nvPr/>
            </p:nvSpPr>
            <p:spPr>
              <a:xfrm>
                <a:off x="1184068" y="3415816"/>
                <a:ext cx="3825552" cy="1077218"/>
              </a:xfrm>
              <a:prstGeom prst="rect">
                <a:avLst/>
              </a:prstGeom>
              <a:blipFill>
                <a:blip r:embed="rId2"/>
                <a:stretch>
                  <a:fillRect l="-796" t="-1695" r="-1911" b="-6215"/>
                </a:stretch>
              </a:blipFill>
            </p:spPr>
            <p:txBody>
              <a:bodyPr/>
              <a:lstStyle/>
              <a:p>
                <a:r>
                  <a:rPr lang="it-IT">
                    <a:noFill/>
                  </a:rPr>
                  <a:t> </a:t>
                </a:r>
              </a:p>
            </p:txBody>
          </p:sp>
        </mc:Fallback>
      </mc:AlternateContent>
      <p:sp>
        <p:nvSpPr>
          <p:cNvPr id="12" name="TextBox 11">
            <a:extLst>
              <a:ext uri="{FF2B5EF4-FFF2-40B4-BE49-F238E27FC236}">
                <a16:creationId xmlns:a16="http://schemas.microsoft.com/office/drawing/2014/main" id="{38C2EE44-6858-69CE-5B64-CCFD0BCFEF38}"/>
              </a:ext>
            </a:extLst>
          </p:cNvPr>
          <p:cNvSpPr txBox="1"/>
          <p:nvPr/>
        </p:nvSpPr>
        <p:spPr>
          <a:xfrm>
            <a:off x="1184068" y="4908494"/>
            <a:ext cx="3825552" cy="830997"/>
          </a:xfrm>
          <a:prstGeom prst="rect">
            <a:avLst/>
          </a:prstGeom>
          <a:noFill/>
        </p:spPr>
        <p:txBody>
          <a:bodyPr wrap="square" rtlCol="0">
            <a:spAutoFit/>
          </a:bodyPr>
          <a:lstStyle/>
          <a:p>
            <a:r>
              <a:rPr lang="it-IT" sz="1600" b="1" dirty="0">
                <a:solidFill>
                  <a:srgbClr val="041E50"/>
                </a:solidFill>
              </a:rPr>
              <a:t>Review and claim correlation</a:t>
            </a:r>
          </a:p>
          <a:p>
            <a:r>
              <a:rPr lang="it-IT" sz="1600" dirty="0">
                <a:solidFill>
                  <a:srgbClr val="041E50"/>
                </a:solidFill>
              </a:rPr>
              <a:t>Percentage of reviews citing the exact claim name or some related topic.</a:t>
            </a:r>
          </a:p>
        </p:txBody>
      </p:sp>
      <p:pic>
        <p:nvPicPr>
          <p:cNvPr id="15" name="Graphic 14" descr="Badge 3 with solid fill">
            <a:extLst>
              <a:ext uri="{FF2B5EF4-FFF2-40B4-BE49-F238E27FC236}">
                <a16:creationId xmlns:a16="http://schemas.microsoft.com/office/drawing/2014/main" id="{B8806F1B-D578-916B-BF7E-D2268D7D15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2064" y="5001675"/>
            <a:ext cx="644633" cy="644633"/>
          </a:xfrm>
          <a:prstGeom prst="rect">
            <a:avLst/>
          </a:prstGeom>
        </p:spPr>
      </p:pic>
      <p:pic>
        <p:nvPicPr>
          <p:cNvPr id="19" name="Graphic 18" descr="Badge with solid fill">
            <a:extLst>
              <a:ext uri="{FF2B5EF4-FFF2-40B4-BE49-F238E27FC236}">
                <a16:creationId xmlns:a16="http://schemas.microsoft.com/office/drawing/2014/main" id="{281FE124-C57D-5BAD-9337-B023EBA862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2063" y="3631840"/>
            <a:ext cx="644633" cy="644633"/>
          </a:xfrm>
          <a:prstGeom prst="rect">
            <a:avLst/>
          </a:prstGeom>
        </p:spPr>
      </p:pic>
      <p:pic>
        <p:nvPicPr>
          <p:cNvPr id="21" name="Graphic 20" descr="Badge 1 with solid fill">
            <a:extLst>
              <a:ext uri="{FF2B5EF4-FFF2-40B4-BE49-F238E27FC236}">
                <a16:creationId xmlns:a16="http://schemas.microsoft.com/office/drawing/2014/main" id="{95612DE7-2034-980B-EB83-E7DCA0F6C55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2065" y="2139430"/>
            <a:ext cx="644633" cy="644633"/>
          </a:xfrm>
          <a:prstGeom prst="rect">
            <a:avLst/>
          </a:prstGeom>
        </p:spPr>
      </p:pic>
      <p:graphicFrame>
        <p:nvGraphicFramePr>
          <p:cNvPr id="24" name="Table 23">
            <a:extLst>
              <a:ext uri="{FF2B5EF4-FFF2-40B4-BE49-F238E27FC236}">
                <a16:creationId xmlns:a16="http://schemas.microsoft.com/office/drawing/2014/main" id="{F0EB7D8C-7669-E904-CB71-BF3AC0B64E3D}"/>
              </a:ext>
            </a:extLst>
          </p:cNvPr>
          <p:cNvGraphicFramePr>
            <a:graphicFrameLocks noGrp="1"/>
          </p:cNvGraphicFramePr>
          <p:nvPr>
            <p:extLst>
              <p:ext uri="{D42A27DB-BD31-4B8C-83A1-F6EECF244321}">
                <p14:modId xmlns:p14="http://schemas.microsoft.com/office/powerpoint/2010/main" val="1300532239"/>
              </p:ext>
            </p:extLst>
          </p:nvPr>
        </p:nvGraphicFramePr>
        <p:xfrm>
          <a:off x="5635689" y="1478207"/>
          <a:ext cx="6114243" cy="2225040"/>
        </p:xfrm>
        <a:graphic>
          <a:graphicData uri="http://schemas.openxmlformats.org/drawingml/2006/table">
            <a:tbl>
              <a:tblPr firstRow="1" bandRow="1">
                <a:tableStyleId>{5C22544A-7EE6-4342-B048-85BDC9FD1C3A}</a:tableStyleId>
              </a:tblPr>
              <a:tblGrid>
                <a:gridCol w="1772817">
                  <a:extLst>
                    <a:ext uri="{9D8B030D-6E8A-4147-A177-3AD203B41FA5}">
                      <a16:colId xmlns:a16="http://schemas.microsoft.com/office/drawing/2014/main" val="835022940"/>
                    </a:ext>
                  </a:extLst>
                </a:gridCol>
                <a:gridCol w="1447142">
                  <a:extLst>
                    <a:ext uri="{9D8B030D-6E8A-4147-A177-3AD203B41FA5}">
                      <a16:colId xmlns:a16="http://schemas.microsoft.com/office/drawing/2014/main" val="4257431292"/>
                    </a:ext>
                  </a:extLst>
                </a:gridCol>
                <a:gridCol w="1447142">
                  <a:extLst>
                    <a:ext uri="{9D8B030D-6E8A-4147-A177-3AD203B41FA5}">
                      <a16:colId xmlns:a16="http://schemas.microsoft.com/office/drawing/2014/main" val="3682473426"/>
                    </a:ext>
                  </a:extLst>
                </a:gridCol>
                <a:gridCol w="1447142">
                  <a:extLst>
                    <a:ext uri="{9D8B030D-6E8A-4147-A177-3AD203B41FA5}">
                      <a16:colId xmlns:a16="http://schemas.microsoft.com/office/drawing/2014/main" val="3196990308"/>
                    </a:ext>
                  </a:extLst>
                </a:gridCol>
              </a:tblGrid>
              <a:tr h="370840">
                <a:tc>
                  <a:txBody>
                    <a:bodyPr/>
                    <a:lstStyle/>
                    <a:p>
                      <a:pPr algn="ctr"/>
                      <a:r>
                        <a:rPr lang="it-IT" sz="1600" dirty="0"/>
                        <a:t>Claim</a:t>
                      </a:r>
                    </a:p>
                  </a:txBody>
                  <a:tcPr anchor="ctr">
                    <a:solidFill>
                      <a:srgbClr val="041E50"/>
                    </a:solidFill>
                  </a:tcPr>
                </a:tc>
                <a:tc>
                  <a:txBody>
                    <a:bodyPr/>
                    <a:lstStyle/>
                    <a:p>
                      <a:pPr algn="ctr"/>
                      <a:r>
                        <a:rPr lang="it-IT" sz="1600" dirty="0"/>
                        <a:t>Reviews</a:t>
                      </a:r>
                    </a:p>
                  </a:txBody>
                  <a:tcPr anchor="ctr">
                    <a:solidFill>
                      <a:srgbClr val="041E50"/>
                    </a:solidFill>
                  </a:tcPr>
                </a:tc>
                <a:tc>
                  <a:txBody>
                    <a:bodyPr/>
                    <a:lstStyle/>
                    <a:p>
                      <a:pPr algn="ctr"/>
                      <a:r>
                        <a:rPr lang="it-IT" sz="1600" dirty="0"/>
                        <a:t>Mentions %</a:t>
                      </a:r>
                    </a:p>
                  </a:txBody>
                  <a:tcPr anchor="ctr">
                    <a:solidFill>
                      <a:srgbClr val="041E50"/>
                    </a:solidFill>
                  </a:tcPr>
                </a:tc>
                <a:tc>
                  <a:txBody>
                    <a:bodyPr/>
                    <a:lstStyle/>
                    <a:p>
                      <a:pPr algn="ctr"/>
                      <a:r>
                        <a:rPr lang="it-IT" sz="1600" dirty="0"/>
                        <a:t>Exact %</a:t>
                      </a:r>
                    </a:p>
                  </a:txBody>
                  <a:tcPr anchor="ctr">
                    <a:solidFill>
                      <a:srgbClr val="041E50"/>
                    </a:solidFill>
                  </a:tcPr>
                </a:tc>
                <a:extLst>
                  <a:ext uri="{0D108BD9-81ED-4DB2-BD59-A6C34878D82A}">
                    <a16:rowId xmlns:a16="http://schemas.microsoft.com/office/drawing/2014/main" val="2828090944"/>
                  </a:ext>
                </a:extLst>
              </a:tr>
              <a:tr h="370840">
                <a:tc>
                  <a:txBody>
                    <a:bodyPr/>
                    <a:lstStyle/>
                    <a:p>
                      <a:pPr algn="ctr"/>
                      <a:r>
                        <a:rPr lang="it-IT" sz="1600" dirty="0">
                          <a:solidFill>
                            <a:srgbClr val="041E50"/>
                          </a:solidFill>
                        </a:rPr>
                        <a:t>Silent Power Drive</a:t>
                      </a:r>
                    </a:p>
                  </a:txBody>
                  <a:tcPr anchor="ctr">
                    <a:solidFill>
                      <a:srgbClr val="ADB9C3"/>
                    </a:solidFill>
                  </a:tcPr>
                </a:tc>
                <a:tc>
                  <a:txBody>
                    <a:bodyPr/>
                    <a:lstStyle/>
                    <a:p>
                      <a:pPr algn="ctr"/>
                      <a:r>
                        <a:rPr lang="it-IT" sz="1600" dirty="0">
                          <a:solidFill>
                            <a:srgbClr val="041E50"/>
                          </a:solidFill>
                        </a:rPr>
                        <a:t>14146</a:t>
                      </a:r>
                    </a:p>
                  </a:txBody>
                  <a:tcPr anchor="ctr">
                    <a:solidFill>
                      <a:srgbClr val="ADB9C3"/>
                    </a:solidFill>
                  </a:tcPr>
                </a:tc>
                <a:tc>
                  <a:txBody>
                    <a:bodyPr/>
                    <a:lstStyle/>
                    <a:p>
                      <a:pPr algn="ctr"/>
                      <a:r>
                        <a:rPr lang="it-IT" sz="1600" dirty="0">
                          <a:solidFill>
                            <a:srgbClr val="041E50"/>
                          </a:solidFill>
                        </a:rPr>
                        <a:t>39.3</a:t>
                      </a:r>
                    </a:p>
                  </a:txBody>
                  <a:tcPr anchor="ctr">
                    <a:solidFill>
                      <a:srgbClr val="ADB9C3"/>
                    </a:solidFill>
                  </a:tcPr>
                </a:tc>
                <a:tc>
                  <a:txBody>
                    <a:bodyPr/>
                    <a:lstStyle/>
                    <a:p>
                      <a:pPr algn="ctr"/>
                      <a:r>
                        <a:rPr lang="it-IT" sz="1600" dirty="0">
                          <a:solidFill>
                            <a:srgbClr val="041E50"/>
                          </a:solidFill>
                        </a:rPr>
                        <a:t>0.0</a:t>
                      </a:r>
                    </a:p>
                  </a:txBody>
                  <a:tcPr anchor="ctr">
                    <a:solidFill>
                      <a:srgbClr val="ADB9C3"/>
                    </a:solidFill>
                  </a:tcPr>
                </a:tc>
                <a:extLst>
                  <a:ext uri="{0D108BD9-81ED-4DB2-BD59-A6C34878D82A}">
                    <a16:rowId xmlns:a16="http://schemas.microsoft.com/office/drawing/2014/main" val="2076514818"/>
                  </a:ext>
                </a:extLst>
              </a:tr>
              <a:tr h="370840">
                <a:tc>
                  <a:txBody>
                    <a:bodyPr/>
                    <a:lstStyle/>
                    <a:p>
                      <a:pPr algn="ctr"/>
                      <a:r>
                        <a:rPr lang="it-IT" sz="1600" dirty="0">
                          <a:solidFill>
                            <a:srgbClr val="041E50"/>
                          </a:solidFill>
                        </a:rPr>
                        <a:t>Home Connect</a:t>
                      </a:r>
                    </a:p>
                  </a:txBody>
                  <a:tcPr anchor="ctr">
                    <a:solidFill>
                      <a:srgbClr val="DFE7EA"/>
                    </a:solidFill>
                  </a:tcPr>
                </a:tc>
                <a:tc>
                  <a:txBody>
                    <a:bodyPr/>
                    <a:lstStyle/>
                    <a:p>
                      <a:pPr algn="ctr"/>
                      <a:r>
                        <a:rPr lang="it-IT" sz="1600" dirty="0">
                          <a:solidFill>
                            <a:srgbClr val="041E50"/>
                          </a:solidFill>
                        </a:rPr>
                        <a:t>13296</a:t>
                      </a:r>
                    </a:p>
                  </a:txBody>
                  <a:tcPr anchor="ctr">
                    <a:solidFill>
                      <a:srgbClr val="DFE7EA"/>
                    </a:solidFill>
                  </a:tcPr>
                </a:tc>
                <a:tc>
                  <a:txBody>
                    <a:bodyPr/>
                    <a:lstStyle/>
                    <a:p>
                      <a:pPr algn="ctr"/>
                      <a:r>
                        <a:rPr lang="it-IT" sz="1600" dirty="0">
                          <a:solidFill>
                            <a:srgbClr val="041E50"/>
                          </a:solidFill>
                        </a:rPr>
                        <a:t>10.6</a:t>
                      </a:r>
                    </a:p>
                  </a:txBody>
                  <a:tcPr anchor="ctr">
                    <a:solidFill>
                      <a:srgbClr val="DFE7EA"/>
                    </a:solidFill>
                  </a:tcPr>
                </a:tc>
                <a:tc>
                  <a:txBody>
                    <a:bodyPr/>
                    <a:lstStyle/>
                    <a:p>
                      <a:pPr algn="ctr"/>
                      <a:r>
                        <a:rPr lang="it-IT" sz="1600" dirty="0">
                          <a:solidFill>
                            <a:srgbClr val="041E50"/>
                          </a:solidFill>
                        </a:rPr>
                        <a:t>3.4</a:t>
                      </a:r>
                    </a:p>
                  </a:txBody>
                  <a:tcPr anchor="ctr">
                    <a:solidFill>
                      <a:srgbClr val="DFE7EA"/>
                    </a:solidFill>
                  </a:tcPr>
                </a:tc>
                <a:extLst>
                  <a:ext uri="{0D108BD9-81ED-4DB2-BD59-A6C34878D82A}">
                    <a16:rowId xmlns:a16="http://schemas.microsoft.com/office/drawing/2014/main" val="1734987418"/>
                  </a:ext>
                </a:extLst>
              </a:tr>
              <a:tr h="370840">
                <a:tc>
                  <a:txBody>
                    <a:bodyPr/>
                    <a:lstStyle/>
                    <a:p>
                      <a:pPr algn="ctr"/>
                      <a:r>
                        <a:rPr lang="it-IT" sz="1600" dirty="0">
                          <a:solidFill>
                            <a:srgbClr val="041E50"/>
                          </a:solidFill>
                        </a:rPr>
                        <a:t>Open Assist</a:t>
                      </a:r>
                    </a:p>
                  </a:txBody>
                  <a:tcPr anchor="ctr">
                    <a:solidFill>
                      <a:srgbClr val="ADB9C3"/>
                    </a:solidFill>
                  </a:tcPr>
                </a:tc>
                <a:tc>
                  <a:txBody>
                    <a:bodyPr/>
                    <a:lstStyle/>
                    <a:p>
                      <a:pPr algn="ctr"/>
                      <a:r>
                        <a:rPr lang="it-IT" sz="1600" dirty="0">
                          <a:solidFill>
                            <a:srgbClr val="041E50"/>
                          </a:solidFill>
                        </a:rPr>
                        <a:t>304</a:t>
                      </a:r>
                    </a:p>
                  </a:txBody>
                  <a:tcPr anchor="ctr">
                    <a:solidFill>
                      <a:srgbClr val="ADB9C3"/>
                    </a:solidFill>
                  </a:tcPr>
                </a:tc>
                <a:tc>
                  <a:txBody>
                    <a:bodyPr/>
                    <a:lstStyle/>
                    <a:p>
                      <a:pPr algn="ctr"/>
                      <a:r>
                        <a:rPr lang="it-IT" sz="1600" dirty="0">
                          <a:solidFill>
                            <a:srgbClr val="041E50"/>
                          </a:solidFill>
                        </a:rPr>
                        <a:t>8.9</a:t>
                      </a:r>
                    </a:p>
                  </a:txBody>
                  <a:tcPr anchor="ctr">
                    <a:solidFill>
                      <a:srgbClr val="ADB9C3"/>
                    </a:solidFill>
                  </a:tcPr>
                </a:tc>
                <a:tc>
                  <a:txBody>
                    <a:bodyPr/>
                    <a:lstStyle/>
                    <a:p>
                      <a:pPr algn="ctr"/>
                      <a:r>
                        <a:rPr lang="it-IT" sz="1600" dirty="0">
                          <a:solidFill>
                            <a:srgbClr val="041E50"/>
                          </a:solidFill>
                        </a:rPr>
                        <a:t>1.3</a:t>
                      </a:r>
                    </a:p>
                  </a:txBody>
                  <a:tcPr anchor="ctr">
                    <a:solidFill>
                      <a:srgbClr val="ADB9C3"/>
                    </a:solidFill>
                  </a:tcPr>
                </a:tc>
                <a:extLst>
                  <a:ext uri="{0D108BD9-81ED-4DB2-BD59-A6C34878D82A}">
                    <a16:rowId xmlns:a16="http://schemas.microsoft.com/office/drawing/2014/main" val="4017567503"/>
                  </a:ext>
                </a:extLst>
              </a:tr>
              <a:tr h="370840">
                <a:tc>
                  <a:txBody>
                    <a:bodyPr/>
                    <a:lstStyle/>
                    <a:p>
                      <a:pPr algn="ctr"/>
                      <a:r>
                        <a:rPr lang="it-IT" sz="1600" dirty="0">
                          <a:solidFill>
                            <a:srgbClr val="041E50"/>
                          </a:solidFill>
                        </a:rPr>
                        <a:t>Efficient Dry</a:t>
                      </a:r>
                    </a:p>
                  </a:txBody>
                  <a:tcPr anchor="ctr">
                    <a:solidFill>
                      <a:srgbClr val="DFE7EA"/>
                    </a:solidFill>
                  </a:tcPr>
                </a:tc>
                <a:tc>
                  <a:txBody>
                    <a:bodyPr/>
                    <a:lstStyle/>
                    <a:p>
                      <a:pPr algn="ctr"/>
                      <a:r>
                        <a:rPr lang="it-IT" sz="1600" dirty="0">
                          <a:solidFill>
                            <a:srgbClr val="041E50"/>
                          </a:solidFill>
                        </a:rPr>
                        <a:t>8782</a:t>
                      </a:r>
                    </a:p>
                  </a:txBody>
                  <a:tcPr anchor="ctr">
                    <a:solidFill>
                      <a:srgbClr val="DFE7EA"/>
                    </a:solidFill>
                  </a:tcPr>
                </a:tc>
                <a:tc>
                  <a:txBody>
                    <a:bodyPr/>
                    <a:lstStyle/>
                    <a:p>
                      <a:pPr algn="ctr"/>
                      <a:r>
                        <a:rPr lang="it-IT" sz="1600" dirty="0">
                          <a:solidFill>
                            <a:srgbClr val="041E50"/>
                          </a:solidFill>
                        </a:rPr>
                        <a:t>6.9</a:t>
                      </a:r>
                    </a:p>
                  </a:txBody>
                  <a:tcPr anchor="ctr">
                    <a:solidFill>
                      <a:srgbClr val="DFE7EA"/>
                    </a:solidFill>
                  </a:tcPr>
                </a:tc>
                <a:tc>
                  <a:txBody>
                    <a:bodyPr/>
                    <a:lstStyle/>
                    <a:p>
                      <a:pPr algn="ctr"/>
                      <a:r>
                        <a:rPr lang="it-IT" sz="1600" dirty="0">
                          <a:solidFill>
                            <a:srgbClr val="041E50"/>
                          </a:solidFill>
                        </a:rPr>
                        <a:t>1.0</a:t>
                      </a:r>
                    </a:p>
                  </a:txBody>
                  <a:tcPr anchor="ctr">
                    <a:solidFill>
                      <a:srgbClr val="DFE7EA"/>
                    </a:solidFill>
                  </a:tcPr>
                </a:tc>
                <a:extLst>
                  <a:ext uri="{0D108BD9-81ED-4DB2-BD59-A6C34878D82A}">
                    <a16:rowId xmlns:a16="http://schemas.microsoft.com/office/drawing/2014/main" val="824464134"/>
                  </a:ext>
                </a:extLst>
              </a:tr>
              <a:tr h="370840">
                <a:tc>
                  <a:txBody>
                    <a:bodyPr/>
                    <a:lstStyle/>
                    <a:p>
                      <a:pPr algn="ctr"/>
                      <a:r>
                        <a:rPr lang="it-IT" sz="1600" dirty="0">
                          <a:solidFill>
                            <a:srgbClr val="041E50"/>
                          </a:solidFill>
                        </a:rPr>
                        <a:t>Perfect Dry</a:t>
                      </a:r>
                    </a:p>
                  </a:txBody>
                  <a:tcPr anchor="ctr">
                    <a:solidFill>
                      <a:srgbClr val="ADB9C3"/>
                    </a:solidFill>
                  </a:tcPr>
                </a:tc>
                <a:tc>
                  <a:txBody>
                    <a:bodyPr/>
                    <a:lstStyle/>
                    <a:p>
                      <a:pPr algn="ctr"/>
                      <a:r>
                        <a:rPr lang="it-IT" sz="1600" dirty="0">
                          <a:solidFill>
                            <a:srgbClr val="041E50"/>
                          </a:solidFill>
                        </a:rPr>
                        <a:t>3385</a:t>
                      </a:r>
                    </a:p>
                  </a:txBody>
                  <a:tcPr anchor="ctr">
                    <a:solidFill>
                      <a:srgbClr val="ADB9C3"/>
                    </a:solidFill>
                  </a:tcPr>
                </a:tc>
                <a:tc>
                  <a:txBody>
                    <a:bodyPr/>
                    <a:lstStyle/>
                    <a:p>
                      <a:pPr algn="ctr"/>
                      <a:r>
                        <a:rPr lang="it-IT" sz="1600" dirty="0">
                          <a:solidFill>
                            <a:srgbClr val="041E50"/>
                          </a:solidFill>
                        </a:rPr>
                        <a:t>5.3</a:t>
                      </a:r>
                    </a:p>
                  </a:txBody>
                  <a:tcPr anchor="ctr">
                    <a:solidFill>
                      <a:srgbClr val="ADB9C3"/>
                    </a:solidFill>
                  </a:tcPr>
                </a:tc>
                <a:tc>
                  <a:txBody>
                    <a:bodyPr/>
                    <a:lstStyle/>
                    <a:p>
                      <a:pPr algn="ctr"/>
                      <a:r>
                        <a:rPr lang="it-IT" sz="1600" dirty="0">
                          <a:solidFill>
                            <a:srgbClr val="041E50"/>
                          </a:solidFill>
                        </a:rPr>
                        <a:t>2.2</a:t>
                      </a:r>
                    </a:p>
                  </a:txBody>
                  <a:tcPr anchor="ctr">
                    <a:solidFill>
                      <a:srgbClr val="ADB9C3"/>
                    </a:solidFill>
                  </a:tcPr>
                </a:tc>
                <a:extLst>
                  <a:ext uri="{0D108BD9-81ED-4DB2-BD59-A6C34878D82A}">
                    <a16:rowId xmlns:a16="http://schemas.microsoft.com/office/drawing/2014/main" val="4255612377"/>
                  </a:ext>
                </a:extLst>
              </a:tr>
            </a:tbl>
          </a:graphicData>
        </a:graphic>
      </p:graphicFrame>
      <p:sp>
        <p:nvSpPr>
          <p:cNvPr id="26" name="Rectangle: Rounded Corners 25">
            <a:extLst>
              <a:ext uri="{FF2B5EF4-FFF2-40B4-BE49-F238E27FC236}">
                <a16:creationId xmlns:a16="http://schemas.microsoft.com/office/drawing/2014/main" id="{B86CB7CD-E457-E24A-D30B-4357B456C1A6}"/>
              </a:ext>
            </a:extLst>
          </p:cNvPr>
          <p:cNvSpPr/>
          <p:nvPr/>
        </p:nvSpPr>
        <p:spPr>
          <a:xfrm>
            <a:off x="5635689" y="4276473"/>
            <a:ext cx="6114243" cy="2137044"/>
          </a:xfrm>
          <a:prstGeom prst="roundRect">
            <a:avLst/>
          </a:prstGeom>
          <a:solidFill>
            <a:srgbClr val="7A8A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900"/>
              </a:spcBef>
            </a:pPr>
            <a:endParaRPr lang="it-IT" dirty="0" err="1"/>
          </a:p>
        </p:txBody>
      </p:sp>
      <p:sp>
        <p:nvSpPr>
          <p:cNvPr id="28" name="TextBox 27">
            <a:extLst>
              <a:ext uri="{FF2B5EF4-FFF2-40B4-BE49-F238E27FC236}">
                <a16:creationId xmlns:a16="http://schemas.microsoft.com/office/drawing/2014/main" id="{5FE816B6-10F1-7F1A-B023-4F811F87EC26}"/>
              </a:ext>
            </a:extLst>
          </p:cNvPr>
          <p:cNvSpPr txBox="1"/>
          <p:nvPr/>
        </p:nvSpPr>
        <p:spPr>
          <a:xfrm>
            <a:off x="5979408" y="4014863"/>
            <a:ext cx="1065601" cy="523220"/>
          </a:xfrm>
          <a:prstGeom prst="rect">
            <a:avLst/>
          </a:prstGeom>
          <a:solidFill>
            <a:srgbClr val="041E50"/>
          </a:solidFill>
        </p:spPr>
        <p:txBody>
          <a:bodyPr wrap="square" rtlCol="0">
            <a:spAutoFit/>
          </a:bodyPr>
          <a:lstStyle/>
          <a:p>
            <a:pPr algn="ctr"/>
            <a:r>
              <a:rPr lang="it-IT" sz="2800" dirty="0">
                <a:solidFill>
                  <a:schemeClr val="bg1"/>
                </a:solidFill>
              </a:rPr>
              <a:t>HINT</a:t>
            </a:r>
          </a:p>
        </p:txBody>
      </p:sp>
      <p:sp>
        <p:nvSpPr>
          <p:cNvPr id="30" name="Shape 3">
            <a:extLst>
              <a:ext uri="{FF2B5EF4-FFF2-40B4-BE49-F238E27FC236}">
                <a16:creationId xmlns:a16="http://schemas.microsoft.com/office/drawing/2014/main" id="{C1FD2311-DC03-643B-7F14-CA5CE07821B2}"/>
              </a:ext>
            </a:extLst>
          </p:cNvPr>
          <p:cNvSpPr/>
          <p:nvPr/>
        </p:nvSpPr>
        <p:spPr>
          <a:xfrm>
            <a:off x="5921445" y="4789030"/>
            <a:ext cx="1181525" cy="1181525"/>
          </a:xfrm>
          <a:prstGeom prst="ellipse">
            <a:avLst/>
          </a:prstGeom>
          <a:solidFill>
            <a:srgbClr val="041E50"/>
          </a:solidFill>
          <a:ln/>
        </p:spPr>
        <p:txBody>
          <a:bodyPr/>
          <a:lstStyle/>
          <a:p>
            <a:endParaRPr lang="it-IT" noProof="0" dirty="0"/>
          </a:p>
        </p:txBody>
      </p:sp>
      <p:sp>
        <p:nvSpPr>
          <p:cNvPr id="34" name="TextBox 33">
            <a:extLst>
              <a:ext uri="{FF2B5EF4-FFF2-40B4-BE49-F238E27FC236}">
                <a16:creationId xmlns:a16="http://schemas.microsoft.com/office/drawing/2014/main" id="{300E2EF9-E443-8424-DBEA-8F3FA7BA5BE5}"/>
              </a:ext>
            </a:extLst>
          </p:cNvPr>
          <p:cNvSpPr txBox="1"/>
          <p:nvPr/>
        </p:nvSpPr>
        <p:spPr>
          <a:xfrm>
            <a:off x="7138278" y="4416050"/>
            <a:ext cx="4611653" cy="1815882"/>
          </a:xfrm>
          <a:prstGeom prst="rect">
            <a:avLst/>
          </a:prstGeom>
          <a:noFill/>
        </p:spPr>
        <p:txBody>
          <a:bodyPr wrap="square" rtlCol="0">
            <a:spAutoFit/>
          </a:bodyPr>
          <a:lstStyle/>
          <a:p>
            <a:r>
              <a:rPr lang="it-IT" sz="1600" dirty="0">
                <a:solidFill>
                  <a:schemeClr val="bg1"/>
                </a:solidFill>
              </a:rPr>
              <a:t>There is no direct correlation between claims and reviews. Customers leave comments related to claims, but they rarely mention them explicitly and often do so unconsciously. While claims may influence purchasing, they do not influence the content of reviews. Home Connect is mentioned more frequently because it is the name of Bosch app.</a:t>
            </a:r>
          </a:p>
        </p:txBody>
      </p:sp>
      <p:pic>
        <p:nvPicPr>
          <p:cNvPr id="36" name="Graphic 35" descr="Lights On with solid fill">
            <a:extLst>
              <a:ext uri="{FF2B5EF4-FFF2-40B4-BE49-F238E27FC236}">
                <a16:creationId xmlns:a16="http://schemas.microsoft.com/office/drawing/2014/main" id="{5D81745A-3543-BA3A-3ADC-E03C7CE3B0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55007" y="4882356"/>
            <a:ext cx="914400" cy="914400"/>
          </a:xfrm>
          <a:prstGeom prst="rect">
            <a:avLst/>
          </a:prstGeom>
        </p:spPr>
      </p:pic>
    </p:spTree>
    <p:extLst>
      <p:ext uri="{BB962C8B-B14F-4D97-AF65-F5344CB8AC3E}">
        <p14:creationId xmlns:p14="http://schemas.microsoft.com/office/powerpoint/2010/main" val="503425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90144"/>
            <a:ext cx="11094720" cy="731520"/>
          </a:xfrm>
          <a:prstGeom prst="rect">
            <a:avLst/>
          </a:prstGeom>
          <a:noFill/>
          <a:ln/>
        </p:spPr>
        <p:txBody>
          <a:bodyPr wrap="square" lIns="0" tIns="0" rIns="0" bIns="0" rtlCol="0" anchor="ctr"/>
          <a:lstStyle/>
          <a:p>
            <a:r>
              <a:rPr lang="it-IT" sz="3467" b="1" dirty="0">
                <a:solidFill>
                  <a:srgbClr val="1E2761"/>
                </a:solidFill>
                <a:latin typeface="Calibri" pitchFamily="34" charset="0"/>
                <a:ea typeface="Calibri" pitchFamily="34" charset="-122"/>
                <a:cs typeface="Calibri" pitchFamily="34" charset="-120"/>
              </a:rPr>
              <a:t>Sviluppi Futuri</a:t>
            </a:r>
            <a:endParaRPr lang="it-IT" sz="3467" dirty="0"/>
          </a:p>
        </p:txBody>
      </p:sp>
      <p:sp>
        <p:nvSpPr>
          <p:cNvPr id="3" name="Shape 1"/>
          <p:cNvSpPr/>
          <p:nvPr/>
        </p:nvSpPr>
        <p:spPr>
          <a:xfrm>
            <a:off x="548640" y="1219200"/>
            <a:ext cx="11094720" cy="0"/>
          </a:xfrm>
          <a:prstGeom prst="line">
            <a:avLst/>
          </a:prstGeom>
          <a:noFill/>
          <a:ln w="15240">
            <a:solidFill>
              <a:srgbClr val="CADCFC"/>
            </a:solidFill>
            <a:prstDash val="solid"/>
          </a:ln>
        </p:spPr>
        <p:txBody>
          <a:bodyPr/>
          <a:lstStyle/>
          <a:p>
            <a:endParaRPr lang="it-IT" sz="2400" dirty="0"/>
          </a:p>
        </p:txBody>
      </p:sp>
      <p:sp>
        <p:nvSpPr>
          <p:cNvPr id="5" name="Shape 3"/>
          <p:cNvSpPr/>
          <p:nvPr/>
        </p:nvSpPr>
        <p:spPr>
          <a:xfrm>
            <a:off x="548640" y="2331492"/>
            <a:ext cx="3371557" cy="2255520"/>
          </a:xfrm>
          <a:prstGeom prst="rect">
            <a:avLst/>
          </a:prstGeom>
          <a:solidFill>
            <a:srgbClr val="EFF6FF"/>
          </a:solidFill>
          <a:ln w="12700">
            <a:solidFill>
              <a:srgbClr val="93C5FD"/>
            </a:solidFill>
            <a:prstDash val="solid"/>
          </a:ln>
          <a:effectLst>
            <a:outerShdw blurRad="101600" dist="38100" dir="2700000" algn="bl" rotWithShape="0">
              <a:srgbClr val="000000">
                <a:alpha val="10000"/>
              </a:srgbClr>
            </a:outerShdw>
          </a:effectLst>
        </p:spPr>
        <p:txBody>
          <a:bodyPr/>
          <a:lstStyle/>
          <a:p>
            <a:endParaRPr lang="it-IT" sz="2400" dirty="0"/>
          </a:p>
        </p:txBody>
      </p:sp>
      <p:sp>
        <p:nvSpPr>
          <p:cNvPr id="6" name="Shape 4"/>
          <p:cNvSpPr/>
          <p:nvPr/>
        </p:nvSpPr>
        <p:spPr>
          <a:xfrm>
            <a:off x="719328" y="2779548"/>
            <a:ext cx="682752" cy="682752"/>
          </a:xfrm>
          <a:prstGeom prst="ellipse">
            <a:avLst/>
          </a:prstGeom>
          <a:solidFill>
            <a:srgbClr val="1E2761"/>
          </a:solidFill>
          <a:ln/>
        </p:spPr>
        <p:txBody>
          <a:bodyPr/>
          <a:lstStyle/>
          <a:p>
            <a:endParaRPr lang="it-IT" sz="2400" dirty="0"/>
          </a:p>
        </p:txBody>
      </p:sp>
      <p:sp>
        <p:nvSpPr>
          <p:cNvPr id="8" name="Text 5"/>
          <p:cNvSpPr/>
          <p:nvPr/>
        </p:nvSpPr>
        <p:spPr>
          <a:xfrm>
            <a:off x="1584961" y="2575332"/>
            <a:ext cx="2147668" cy="463296"/>
          </a:xfrm>
          <a:prstGeom prst="rect">
            <a:avLst/>
          </a:prstGeom>
          <a:noFill/>
          <a:ln/>
        </p:spPr>
        <p:txBody>
          <a:bodyPr wrap="square" lIns="0" tIns="0" rIns="0" bIns="0" rtlCol="0" anchor="ctr"/>
          <a:lstStyle/>
          <a:p>
            <a:r>
              <a:rPr lang="it-IT" sz="1733" b="1" dirty="0">
                <a:solidFill>
                  <a:srgbClr val="1E2761"/>
                </a:solidFill>
                <a:latin typeface="Calibri" pitchFamily="34" charset="0"/>
                <a:ea typeface="Calibri" pitchFamily="34" charset="-122"/>
                <a:cs typeface="Calibri" pitchFamily="34" charset="-120"/>
              </a:rPr>
              <a:t>Data Visualization</a:t>
            </a:r>
            <a:endParaRPr lang="it-IT" sz="1733" dirty="0"/>
          </a:p>
        </p:txBody>
      </p:sp>
      <p:sp>
        <p:nvSpPr>
          <p:cNvPr id="9" name="Text 6"/>
          <p:cNvSpPr/>
          <p:nvPr/>
        </p:nvSpPr>
        <p:spPr>
          <a:xfrm>
            <a:off x="1607001" y="3332174"/>
            <a:ext cx="2147668" cy="972545"/>
          </a:xfrm>
          <a:prstGeom prst="rect">
            <a:avLst/>
          </a:prstGeom>
          <a:noFill/>
          <a:ln/>
        </p:spPr>
        <p:txBody>
          <a:bodyPr wrap="square" lIns="0" tIns="0" rIns="0" bIns="0" rtlCol="0" anchor="t"/>
          <a:lstStyle/>
          <a:p>
            <a:r>
              <a:rPr lang="it-IT" sz="1400" dirty="0">
                <a:solidFill>
                  <a:schemeClr val="accent1">
                    <a:lumMod val="50000"/>
                  </a:schemeClr>
                </a:solidFill>
                <a:latin typeface="Calibri" pitchFamily="34" charset="0"/>
                <a:ea typeface="Calibri" pitchFamily="34" charset="-122"/>
                <a:cs typeface="Calibri" pitchFamily="34" charset="-120"/>
              </a:rPr>
              <a:t>Visualizzazione dei dati per l’estrazione di insight sui prodotti e le recensioni delle lavastoviglie Bosch.</a:t>
            </a:r>
            <a:endParaRPr lang="it-IT" sz="1400" dirty="0">
              <a:solidFill>
                <a:schemeClr val="accent1">
                  <a:lumMod val="50000"/>
                </a:schemeClr>
              </a:solidFill>
            </a:endParaRPr>
          </a:p>
        </p:txBody>
      </p:sp>
      <p:sp>
        <p:nvSpPr>
          <p:cNvPr id="10" name="Shape 7"/>
          <p:cNvSpPr/>
          <p:nvPr/>
        </p:nvSpPr>
        <p:spPr>
          <a:xfrm>
            <a:off x="4410222" y="2331492"/>
            <a:ext cx="3371557" cy="2255520"/>
          </a:xfrm>
          <a:prstGeom prst="rect">
            <a:avLst/>
          </a:prstGeom>
          <a:solidFill>
            <a:srgbClr val="F0FDF4"/>
          </a:solidFill>
          <a:ln w="12700">
            <a:solidFill>
              <a:srgbClr val="6EE7B7"/>
            </a:solidFill>
            <a:prstDash val="solid"/>
          </a:ln>
          <a:effectLst>
            <a:outerShdw blurRad="101600" dist="38100" dir="2700000" algn="bl" rotWithShape="0">
              <a:srgbClr val="000000">
                <a:alpha val="10000"/>
              </a:srgbClr>
            </a:outerShdw>
          </a:effectLst>
        </p:spPr>
        <p:txBody>
          <a:bodyPr/>
          <a:lstStyle/>
          <a:p>
            <a:endParaRPr lang="it-IT" sz="2400" dirty="0"/>
          </a:p>
        </p:txBody>
      </p:sp>
      <p:sp>
        <p:nvSpPr>
          <p:cNvPr id="11" name="Shape 8"/>
          <p:cNvSpPr/>
          <p:nvPr/>
        </p:nvSpPr>
        <p:spPr>
          <a:xfrm>
            <a:off x="4615141" y="2779548"/>
            <a:ext cx="682752" cy="682752"/>
          </a:xfrm>
          <a:prstGeom prst="ellipse">
            <a:avLst/>
          </a:prstGeom>
          <a:solidFill>
            <a:srgbClr val="1E2761"/>
          </a:solidFill>
          <a:ln/>
        </p:spPr>
        <p:txBody>
          <a:bodyPr/>
          <a:lstStyle/>
          <a:p>
            <a:endParaRPr lang="it-IT" sz="2400" dirty="0"/>
          </a:p>
        </p:txBody>
      </p:sp>
      <p:sp>
        <p:nvSpPr>
          <p:cNvPr id="13" name="Text 9"/>
          <p:cNvSpPr/>
          <p:nvPr/>
        </p:nvSpPr>
        <p:spPr>
          <a:xfrm>
            <a:off x="5476084" y="2567828"/>
            <a:ext cx="2127504" cy="463296"/>
          </a:xfrm>
          <a:prstGeom prst="rect">
            <a:avLst/>
          </a:prstGeom>
          <a:noFill/>
          <a:ln/>
        </p:spPr>
        <p:txBody>
          <a:bodyPr wrap="square" lIns="0" tIns="0" rIns="0" bIns="0" rtlCol="0" anchor="ctr"/>
          <a:lstStyle/>
          <a:p>
            <a:r>
              <a:rPr lang="it-IT" sz="1733" b="1" dirty="0">
                <a:solidFill>
                  <a:srgbClr val="1E2761"/>
                </a:solidFill>
                <a:latin typeface="Calibri" pitchFamily="34" charset="0"/>
                <a:ea typeface="Calibri" pitchFamily="34" charset="-122"/>
                <a:cs typeface="Calibri" pitchFamily="34" charset="-120"/>
              </a:rPr>
              <a:t>Migrazione su cloud (AWS)</a:t>
            </a:r>
            <a:endParaRPr lang="it-IT" sz="1733" dirty="0"/>
          </a:p>
        </p:txBody>
      </p:sp>
      <p:sp>
        <p:nvSpPr>
          <p:cNvPr id="14" name="Text 10"/>
          <p:cNvSpPr/>
          <p:nvPr/>
        </p:nvSpPr>
        <p:spPr>
          <a:xfrm>
            <a:off x="5476084" y="3332173"/>
            <a:ext cx="2127504" cy="972548"/>
          </a:xfrm>
          <a:prstGeom prst="rect">
            <a:avLst/>
          </a:prstGeom>
          <a:noFill/>
          <a:ln/>
        </p:spPr>
        <p:txBody>
          <a:bodyPr wrap="square" lIns="0" tIns="0" rIns="0" bIns="0" rtlCol="0" anchor="t"/>
          <a:lstStyle/>
          <a:p>
            <a:r>
              <a:rPr lang="it-IT" sz="1400" dirty="0">
                <a:solidFill>
                  <a:schemeClr val="accent1">
                    <a:lumMod val="50000"/>
                  </a:schemeClr>
                </a:solidFill>
                <a:latin typeface="Calibri" pitchFamily="34" charset="0"/>
                <a:ea typeface="Calibri" pitchFamily="34" charset="-122"/>
                <a:cs typeface="Calibri" pitchFamily="34" charset="-120"/>
              </a:rPr>
              <a:t>S3, AWS Glue, Athena, AWS Lambda. Temporizzazione ad intervalli regolari, </a:t>
            </a:r>
            <a:r>
              <a:rPr lang="it-IT" sz="1400" i="1" dirty="0">
                <a:solidFill>
                  <a:schemeClr val="accent1">
                    <a:lumMod val="50000"/>
                  </a:schemeClr>
                </a:solidFill>
                <a:latin typeface="Calibri" pitchFamily="34" charset="0"/>
                <a:ea typeface="Calibri" pitchFamily="34" charset="-122"/>
                <a:cs typeface="Calibri" pitchFamily="34" charset="-120"/>
              </a:rPr>
              <a:t>e.g. </a:t>
            </a:r>
            <a:r>
              <a:rPr lang="it-IT" sz="1400" dirty="0">
                <a:solidFill>
                  <a:schemeClr val="accent1">
                    <a:lumMod val="50000"/>
                  </a:schemeClr>
                </a:solidFill>
                <a:latin typeface="Calibri" pitchFamily="34" charset="0"/>
                <a:ea typeface="Calibri" pitchFamily="34" charset="-122"/>
                <a:cs typeface="Calibri" pitchFamily="34" charset="-120"/>
              </a:rPr>
              <a:t>quindicinali, mensili.</a:t>
            </a:r>
            <a:endParaRPr lang="it-IT" sz="1400" dirty="0">
              <a:solidFill>
                <a:schemeClr val="accent1">
                  <a:lumMod val="50000"/>
                </a:schemeClr>
              </a:solidFill>
            </a:endParaRPr>
          </a:p>
        </p:txBody>
      </p:sp>
      <p:sp>
        <p:nvSpPr>
          <p:cNvPr id="20" name="Shape 15"/>
          <p:cNvSpPr/>
          <p:nvPr/>
        </p:nvSpPr>
        <p:spPr>
          <a:xfrm>
            <a:off x="8271803" y="2331492"/>
            <a:ext cx="3371557" cy="2255520"/>
          </a:xfrm>
          <a:prstGeom prst="rect">
            <a:avLst/>
          </a:prstGeom>
          <a:solidFill>
            <a:srgbClr val="FEF2F2"/>
          </a:solidFill>
          <a:ln w="12700">
            <a:solidFill>
              <a:srgbClr val="FCA5A5"/>
            </a:solidFill>
            <a:prstDash val="solid"/>
          </a:ln>
          <a:effectLst>
            <a:outerShdw blurRad="101600" dist="38100" dir="2700000" algn="bl" rotWithShape="0">
              <a:srgbClr val="000000">
                <a:alpha val="10000"/>
              </a:srgbClr>
            </a:outerShdw>
          </a:effectLst>
        </p:spPr>
        <p:txBody>
          <a:bodyPr/>
          <a:lstStyle/>
          <a:p>
            <a:endParaRPr lang="it-IT" sz="2400" dirty="0"/>
          </a:p>
        </p:txBody>
      </p:sp>
      <p:sp>
        <p:nvSpPr>
          <p:cNvPr id="21" name="Shape 16"/>
          <p:cNvSpPr/>
          <p:nvPr/>
        </p:nvSpPr>
        <p:spPr>
          <a:xfrm>
            <a:off x="8465937" y="2779548"/>
            <a:ext cx="682752" cy="682752"/>
          </a:xfrm>
          <a:prstGeom prst="ellipse">
            <a:avLst/>
          </a:prstGeom>
          <a:solidFill>
            <a:srgbClr val="1E2761"/>
          </a:solidFill>
          <a:ln/>
        </p:spPr>
        <p:txBody>
          <a:bodyPr/>
          <a:lstStyle/>
          <a:p>
            <a:endParaRPr lang="it-IT" sz="2400" dirty="0"/>
          </a:p>
        </p:txBody>
      </p:sp>
      <p:sp>
        <p:nvSpPr>
          <p:cNvPr id="23" name="Text 17"/>
          <p:cNvSpPr/>
          <p:nvPr/>
        </p:nvSpPr>
        <p:spPr>
          <a:xfrm>
            <a:off x="9342824" y="2575332"/>
            <a:ext cx="2230197" cy="463296"/>
          </a:xfrm>
          <a:prstGeom prst="rect">
            <a:avLst/>
          </a:prstGeom>
          <a:noFill/>
          <a:ln/>
        </p:spPr>
        <p:txBody>
          <a:bodyPr wrap="square" lIns="0" tIns="0" rIns="0" bIns="0" rtlCol="0" anchor="ctr"/>
          <a:lstStyle/>
          <a:p>
            <a:r>
              <a:rPr lang="it-IT" sz="1733" b="1" dirty="0">
                <a:solidFill>
                  <a:srgbClr val="1E2761"/>
                </a:solidFill>
                <a:latin typeface="Calibri" pitchFamily="34" charset="0"/>
                <a:ea typeface="Calibri" pitchFamily="34" charset="-122"/>
                <a:cs typeface="Calibri" pitchFamily="34" charset="-120"/>
              </a:rPr>
              <a:t>Analisi Machine Learning</a:t>
            </a:r>
            <a:endParaRPr lang="it-IT" sz="1733" dirty="0"/>
          </a:p>
        </p:txBody>
      </p:sp>
      <p:sp>
        <p:nvSpPr>
          <p:cNvPr id="26" name="Text 18">
            <a:extLst>
              <a:ext uri="{FF2B5EF4-FFF2-40B4-BE49-F238E27FC236}">
                <a16:creationId xmlns:a16="http://schemas.microsoft.com/office/drawing/2014/main" id="{E33C4984-F2EB-AFA6-85B3-62D9BF68D2CB}"/>
              </a:ext>
            </a:extLst>
          </p:cNvPr>
          <p:cNvSpPr/>
          <p:nvPr/>
        </p:nvSpPr>
        <p:spPr>
          <a:xfrm>
            <a:off x="9342824" y="3332172"/>
            <a:ext cx="2129848" cy="1150739"/>
          </a:xfrm>
          <a:prstGeom prst="rect">
            <a:avLst/>
          </a:prstGeom>
          <a:noFill/>
          <a:ln/>
        </p:spPr>
        <p:txBody>
          <a:bodyPr wrap="square" lIns="0" tIns="0" rIns="0" bIns="0" rtlCol="0" anchor="t"/>
          <a:lstStyle/>
          <a:p>
            <a:r>
              <a:rPr lang="it-IT" sz="1400" dirty="0">
                <a:solidFill>
                  <a:schemeClr val="accent1">
                    <a:lumMod val="50000"/>
                  </a:schemeClr>
                </a:solidFill>
                <a:latin typeface="Calibri" pitchFamily="34" charset="0"/>
                <a:ea typeface="Calibri" pitchFamily="34" charset="-122"/>
                <a:cs typeface="Calibri" pitchFamily="34" charset="-120"/>
              </a:rPr>
              <a:t>Le informazioni ottenute abilitano modelli predittivi e di clustering. Sentiment analysis e classificazione delle recensioni.</a:t>
            </a:r>
            <a:endParaRPr lang="it-IT" sz="1400" dirty="0">
              <a:solidFill>
                <a:schemeClr val="accent1">
                  <a:lumMod val="50000"/>
                </a:schemeClr>
              </a:solidFill>
            </a:endParaRPr>
          </a:p>
        </p:txBody>
      </p:sp>
      <p:pic>
        <p:nvPicPr>
          <p:cNvPr id="28" name="Graphic 27" descr="Network with solid fill">
            <a:extLst>
              <a:ext uri="{FF2B5EF4-FFF2-40B4-BE49-F238E27FC236}">
                <a16:creationId xmlns:a16="http://schemas.microsoft.com/office/drawing/2014/main" id="{39CAE644-B2C7-F59E-2194-B8F923AA280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45314" y="2858923"/>
            <a:ext cx="523999" cy="523999"/>
          </a:xfrm>
          <a:prstGeom prst="rect">
            <a:avLst/>
          </a:prstGeom>
        </p:spPr>
      </p:pic>
      <p:pic>
        <p:nvPicPr>
          <p:cNvPr id="30" name="Graphic 29" descr="Cloud with solid fill">
            <a:extLst>
              <a:ext uri="{FF2B5EF4-FFF2-40B4-BE49-F238E27FC236}">
                <a16:creationId xmlns:a16="http://schemas.microsoft.com/office/drawing/2014/main" id="{B5BFA903-8B95-B268-FBA7-E690BE9BF9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94518" y="2858925"/>
            <a:ext cx="523999" cy="523999"/>
          </a:xfrm>
          <a:prstGeom prst="rect">
            <a:avLst/>
          </a:prstGeom>
        </p:spPr>
      </p:pic>
      <p:pic>
        <p:nvPicPr>
          <p:cNvPr id="32" name="Graphic 31" descr="Bar chart with solid fill">
            <a:extLst>
              <a:ext uri="{FF2B5EF4-FFF2-40B4-BE49-F238E27FC236}">
                <a16:creationId xmlns:a16="http://schemas.microsoft.com/office/drawing/2014/main" id="{98DD77CD-0D06-BC8F-3502-57BEED07C4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7065" y="2858922"/>
            <a:ext cx="523999" cy="523999"/>
          </a:xfrm>
          <a:prstGeom prst="rect">
            <a:avLst/>
          </a:prstGeom>
        </p:spPr>
      </p:pic>
      <p:sp>
        <p:nvSpPr>
          <p:cNvPr id="35" name="Arrow: Down 34">
            <a:extLst>
              <a:ext uri="{FF2B5EF4-FFF2-40B4-BE49-F238E27FC236}">
                <a16:creationId xmlns:a16="http://schemas.microsoft.com/office/drawing/2014/main" id="{568E3D68-2C65-0461-8C9C-F896BF8D0E4F}"/>
              </a:ext>
            </a:extLst>
          </p:cNvPr>
          <p:cNvSpPr/>
          <p:nvPr/>
        </p:nvSpPr>
        <p:spPr>
          <a:xfrm rot="10800000">
            <a:off x="2061386" y="4390533"/>
            <a:ext cx="346065" cy="675251"/>
          </a:xfrm>
          <a:prstGeom prst="downArrow">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2400"/>
          </a:p>
        </p:txBody>
      </p:sp>
      <p:sp>
        <p:nvSpPr>
          <p:cNvPr id="37" name="Text 6">
            <a:extLst>
              <a:ext uri="{FF2B5EF4-FFF2-40B4-BE49-F238E27FC236}">
                <a16:creationId xmlns:a16="http://schemas.microsoft.com/office/drawing/2014/main" id="{0F1D06BF-F93E-D054-3BA8-4E9AEADF4AE8}"/>
              </a:ext>
            </a:extLst>
          </p:cNvPr>
          <p:cNvSpPr/>
          <p:nvPr/>
        </p:nvSpPr>
        <p:spPr>
          <a:xfrm>
            <a:off x="1160583" y="5151599"/>
            <a:ext cx="2147668" cy="282749"/>
          </a:xfrm>
          <a:prstGeom prst="rect">
            <a:avLst/>
          </a:prstGeom>
          <a:noFill/>
          <a:ln/>
        </p:spPr>
        <p:txBody>
          <a:bodyPr wrap="square" lIns="0" tIns="0" rIns="0" bIns="0" rtlCol="0" anchor="t"/>
          <a:lstStyle/>
          <a:p>
            <a:pPr algn="ctr"/>
            <a:r>
              <a:rPr lang="it-IT" sz="1400" dirty="0">
                <a:solidFill>
                  <a:schemeClr val="accent1">
                    <a:lumMod val="50000"/>
                  </a:schemeClr>
                </a:solidFill>
                <a:latin typeface="Calibri" pitchFamily="34" charset="0"/>
                <a:ea typeface="Calibri" pitchFamily="34" charset="-122"/>
                <a:cs typeface="Calibri" pitchFamily="34" charset="-120"/>
              </a:rPr>
              <a:t>In sviluppo su Python</a:t>
            </a:r>
            <a:endParaRPr lang="it-IT" sz="1400" dirty="0">
              <a:solidFill>
                <a:schemeClr val="accent1">
                  <a:lumMod val="50000"/>
                </a:schemeClr>
              </a:solidFill>
            </a:endParaRPr>
          </a:p>
        </p:txBody>
      </p:sp>
      <p:sp>
        <p:nvSpPr>
          <p:cNvPr id="7" name="TextBox 6">
            <a:extLst>
              <a:ext uri="{FF2B5EF4-FFF2-40B4-BE49-F238E27FC236}">
                <a16:creationId xmlns:a16="http://schemas.microsoft.com/office/drawing/2014/main" id="{F41D5C00-3C0E-DFA2-5F7D-B48B36D524DD}"/>
              </a:ext>
            </a:extLst>
          </p:cNvPr>
          <p:cNvSpPr txBox="1"/>
          <p:nvPr/>
        </p:nvSpPr>
        <p:spPr>
          <a:xfrm>
            <a:off x="6546401" y="6262671"/>
            <a:ext cx="5367995" cy="318100"/>
          </a:xfrm>
          <a:prstGeom prst="rect">
            <a:avLst/>
          </a:prstGeom>
          <a:noFill/>
        </p:spPr>
        <p:txBody>
          <a:bodyPr wrap="square">
            <a:spAutoFit/>
          </a:bodyPr>
          <a:lstStyle/>
          <a:p>
            <a:pPr algn="r"/>
            <a:r>
              <a:rPr lang="it-IT" sz="1467" dirty="0">
                <a:solidFill>
                  <a:schemeClr val="accent1">
                    <a:lumMod val="50000"/>
                  </a:schemeClr>
                </a:solidFill>
                <a:latin typeface="Consolas" panose="020B0609020204030204" pitchFamily="49" charset="0"/>
              </a:rPr>
              <a:t>https://github.com/SavarDar2204/Bosch-Reviews.git</a:t>
            </a:r>
          </a:p>
        </p:txBody>
      </p:sp>
      <p:pic>
        <p:nvPicPr>
          <p:cNvPr id="15" name="Picture 14" descr="File:Octicons-mark-github.svg">
            <a:extLst>
              <a:ext uri="{FF2B5EF4-FFF2-40B4-BE49-F238E27FC236}">
                <a16:creationId xmlns:a16="http://schemas.microsoft.com/office/drawing/2014/main" id="{D3C9698E-A7C8-F500-DEEA-2EBF0FF5DFD1}"/>
              </a:ext>
            </a:extLst>
          </p:cNvPr>
          <p:cNvPicPr>
            <a:picLocks noChangeAspect="1"/>
          </p:cNvPicPr>
          <p:nvPr/>
        </p:nvPicPr>
        <p:blipFill>
          <a:blip r:embed="rId6"/>
          <a:stretch>
            <a:fillRect/>
          </a:stretch>
        </p:blipFill>
        <p:spPr>
          <a:xfrm>
            <a:off x="6151332" y="6239543"/>
            <a:ext cx="395069" cy="39506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7153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434DDAD-2116-EF98-9334-B693397AF28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3322" t="2559" r="6964" b="2782"/>
          <a:stretch/>
        </p:blipFill>
        <p:spPr>
          <a:xfrm>
            <a:off x="7377348" y="1359704"/>
            <a:ext cx="3201816" cy="4323237"/>
          </a:xfrm>
          <a:prstGeom prst="rect">
            <a:avLst/>
          </a:prstGeom>
        </p:spPr>
      </p:pic>
      <p:sp>
        <p:nvSpPr>
          <p:cNvPr id="20" name="Slide Number Placeholder 19">
            <a:extLst>
              <a:ext uri="{FF2B5EF4-FFF2-40B4-BE49-F238E27FC236}">
                <a16:creationId xmlns:a16="http://schemas.microsoft.com/office/drawing/2014/main" id="{87FC21F1-5E3D-42FA-A5B6-18A05B851C34}"/>
              </a:ext>
            </a:extLst>
          </p:cNvPr>
          <p:cNvSpPr>
            <a:spLocks noGrp="1"/>
          </p:cNvSpPr>
          <p:nvPr>
            <p:ph type="sldNum" sz="quarter" idx="13"/>
          </p:nvPr>
        </p:nvSpPr>
        <p:spPr/>
        <p:txBody>
          <a:bodyPr/>
          <a:lstStyle/>
          <a:p>
            <a:fld id="{09471650-AE8C-4F0A-9990-7EAE6F8DE484}" type="slidenum">
              <a:rPr lang="en-GB" smtClean="0"/>
              <a:pPr/>
              <a:t>14</a:t>
            </a:fld>
            <a:endParaRPr lang="en-GB" dirty="0"/>
          </a:p>
        </p:txBody>
      </p:sp>
      <p:sp>
        <p:nvSpPr>
          <p:cNvPr id="2" name="Title 1">
            <a:extLst>
              <a:ext uri="{FF2B5EF4-FFF2-40B4-BE49-F238E27FC236}">
                <a16:creationId xmlns:a16="http://schemas.microsoft.com/office/drawing/2014/main" id="{E2BBC701-5441-4AA9-9646-B59986B82F40}"/>
              </a:ext>
            </a:extLst>
          </p:cNvPr>
          <p:cNvSpPr>
            <a:spLocks noGrp="1"/>
          </p:cNvSpPr>
          <p:nvPr>
            <p:ph type="title"/>
          </p:nvPr>
        </p:nvSpPr>
        <p:spPr/>
        <p:txBody>
          <a:bodyPr/>
          <a:lstStyle/>
          <a:p>
            <a:r>
              <a:rPr lang="en-US" dirty="0">
                <a:solidFill>
                  <a:srgbClr val="041E41"/>
                </a:solidFill>
              </a:rPr>
              <a:t>Using the Electrolux colors</a:t>
            </a:r>
          </a:p>
        </p:txBody>
      </p:sp>
      <p:sp>
        <p:nvSpPr>
          <p:cNvPr id="9" name="Text Placeholder 8">
            <a:extLst>
              <a:ext uri="{FF2B5EF4-FFF2-40B4-BE49-F238E27FC236}">
                <a16:creationId xmlns:a16="http://schemas.microsoft.com/office/drawing/2014/main" id="{B6F8850C-A9F3-9EF1-332A-9A6A24954053}"/>
              </a:ext>
            </a:extLst>
          </p:cNvPr>
          <p:cNvSpPr>
            <a:spLocks noGrp="1"/>
          </p:cNvSpPr>
          <p:nvPr>
            <p:ph type="body" sz="half" idx="2"/>
          </p:nvPr>
        </p:nvSpPr>
        <p:spPr/>
        <p:txBody>
          <a:bodyPr/>
          <a:lstStyle/>
          <a:p>
            <a:endParaRPr lang="en-GB"/>
          </a:p>
        </p:txBody>
      </p:sp>
      <p:grpSp>
        <p:nvGrpSpPr>
          <p:cNvPr id="62" name="Group 61">
            <a:extLst>
              <a:ext uri="{FF2B5EF4-FFF2-40B4-BE49-F238E27FC236}">
                <a16:creationId xmlns:a16="http://schemas.microsoft.com/office/drawing/2014/main" id="{31830584-4706-40AC-B1EE-5E5B70321412}"/>
              </a:ext>
            </a:extLst>
          </p:cNvPr>
          <p:cNvGrpSpPr/>
          <p:nvPr/>
        </p:nvGrpSpPr>
        <p:grpSpPr>
          <a:xfrm>
            <a:off x="8671430" y="1777955"/>
            <a:ext cx="1884169" cy="335399"/>
            <a:chOff x="1299957" y="1255624"/>
            <a:chExt cx="9649804" cy="1487813"/>
          </a:xfrm>
          <a:noFill/>
        </p:grpSpPr>
        <p:sp>
          <p:nvSpPr>
            <p:cNvPr id="63" name="Rectangle 62">
              <a:extLst>
                <a:ext uri="{FF2B5EF4-FFF2-40B4-BE49-F238E27FC236}">
                  <a16:creationId xmlns:a16="http://schemas.microsoft.com/office/drawing/2014/main" id="{8D45FEDF-A666-4C3F-A28F-4A20B510C8DF}"/>
                </a:ext>
              </a:extLst>
            </p:cNvPr>
            <p:cNvSpPr/>
            <p:nvPr/>
          </p:nvSpPr>
          <p:spPr>
            <a:xfrm>
              <a:off x="1299957" y="1255624"/>
              <a:ext cx="1456662" cy="14878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1</a:t>
              </a:r>
            </a:p>
          </p:txBody>
        </p:sp>
        <p:sp>
          <p:nvSpPr>
            <p:cNvPr id="64" name="Rectangle 63">
              <a:extLst>
                <a:ext uri="{FF2B5EF4-FFF2-40B4-BE49-F238E27FC236}">
                  <a16:creationId xmlns:a16="http://schemas.microsoft.com/office/drawing/2014/main" id="{77CDE5FE-5097-40DC-9012-98017A00756D}"/>
                </a:ext>
              </a:extLst>
            </p:cNvPr>
            <p:cNvSpPr/>
            <p:nvPr/>
          </p:nvSpPr>
          <p:spPr>
            <a:xfrm>
              <a:off x="2898080" y="1255624"/>
              <a:ext cx="1456660" cy="14878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2</a:t>
              </a:r>
            </a:p>
          </p:txBody>
        </p:sp>
        <p:sp>
          <p:nvSpPr>
            <p:cNvPr id="65" name="Rectangle 64">
              <a:extLst>
                <a:ext uri="{FF2B5EF4-FFF2-40B4-BE49-F238E27FC236}">
                  <a16:creationId xmlns:a16="http://schemas.microsoft.com/office/drawing/2014/main" id="{4152E3A8-F176-4F3E-AD2F-8C3779A3E924}"/>
                </a:ext>
              </a:extLst>
            </p:cNvPr>
            <p:cNvSpPr/>
            <p:nvPr/>
          </p:nvSpPr>
          <p:spPr>
            <a:xfrm>
              <a:off x="4546835" y="1255624"/>
              <a:ext cx="1456660" cy="14878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3</a:t>
              </a:r>
            </a:p>
          </p:txBody>
        </p:sp>
        <p:sp>
          <p:nvSpPr>
            <p:cNvPr id="66" name="Rectangle 65">
              <a:extLst>
                <a:ext uri="{FF2B5EF4-FFF2-40B4-BE49-F238E27FC236}">
                  <a16:creationId xmlns:a16="http://schemas.microsoft.com/office/drawing/2014/main" id="{460EE4D9-BCFA-45BB-8D88-0505FEA4319C}"/>
                </a:ext>
              </a:extLst>
            </p:cNvPr>
            <p:cNvSpPr/>
            <p:nvPr/>
          </p:nvSpPr>
          <p:spPr>
            <a:xfrm>
              <a:off x="6195590" y="1255624"/>
              <a:ext cx="1456660" cy="14878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4</a:t>
              </a:r>
            </a:p>
          </p:txBody>
        </p:sp>
        <p:sp>
          <p:nvSpPr>
            <p:cNvPr id="67" name="Rectangle 66">
              <a:extLst>
                <a:ext uri="{FF2B5EF4-FFF2-40B4-BE49-F238E27FC236}">
                  <a16:creationId xmlns:a16="http://schemas.microsoft.com/office/drawing/2014/main" id="{0B044856-685B-4AA0-9CF6-384FCA7C6F81}"/>
                </a:ext>
              </a:extLst>
            </p:cNvPr>
            <p:cNvSpPr/>
            <p:nvPr/>
          </p:nvSpPr>
          <p:spPr>
            <a:xfrm>
              <a:off x="7844345" y="1255624"/>
              <a:ext cx="1456660" cy="14878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5</a:t>
              </a:r>
            </a:p>
          </p:txBody>
        </p:sp>
        <p:sp>
          <p:nvSpPr>
            <p:cNvPr id="68" name="Rectangle 67">
              <a:extLst>
                <a:ext uri="{FF2B5EF4-FFF2-40B4-BE49-F238E27FC236}">
                  <a16:creationId xmlns:a16="http://schemas.microsoft.com/office/drawing/2014/main" id="{6B766397-0578-4F2B-9835-B331154CD7EE}"/>
                </a:ext>
              </a:extLst>
            </p:cNvPr>
            <p:cNvSpPr/>
            <p:nvPr/>
          </p:nvSpPr>
          <p:spPr>
            <a:xfrm>
              <a:off x="9493101" y="1255624"/>
              <a:ext cx="1456660" cy="148781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6</a:t>
              </a:r>
            </a:p>
          </p:txBody>
        </p:sp>
      </p:grpSp>
      <p:sp>
        <p:nvSpPr>
          <p:cNvPr id="72" name="Rectangle 71">
            <a:extLst>
              <a:ext uri="{FF2B5EF4-FFF2-40B4-BE49-F238E27FC236}">
                <a16:creationId xmlns:a16="http://schemas.microsoft.com/office/drawing/2014/main" id="{C8CAE050-22E9-4F88-AA96-4D3F446CA658}"/>
              </a:ext>
            </a:extLst>
          </p:cNvPr>
          <p:cNvSpPr/>
          <p:nvPr/>
        </p:nvSpPr>
        <p:spPr>
          <a:xfrm>
            <a:off x="7418081" y="2268871"/>
            <a:ext cx="3101094" cy="1256909"/>
          </a:xfrm>
          <a:prstGeom prst="rect">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ectangle 72">
            <a:extLst>
              <a:ext uri="{FF2B5EF4-FFF2-40B4-BE49-F238E27FC236}">
                <a16:creationId xmlns:a16="http://schemas.microsoft.com/office/drawing/2014/main" id="{D01B4E29-28B5-4E0F-BC3D-D7AFDFEC3EE3}"/>
              </a:ext>
            </a:extLst>
          </p:cNvPr>
          <p:cNvSpPr/>
          <p:nvPr/>
        </p:nvSpPr>
        <p:spPr>
          <a:xfrm>
            <a:off x="10555599" y="2625436"/>
            <a:ext cx="1426824" cy="5339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dirty="0">
                <a:solidFill>
                  <a:srgbClr val="C00000"/>
                </a:solidFill>
              </a:rPr>
              <a:t>These colors are not allowed to </a:t>
            </a:r>
            <a:br>
              <a:rPr lang="en-US" sz="1100" dirty="0">
                <a:solidFill>
                  <a:srgbClr val="C00000"/>
                </a:solidFill>
              </a:rPr>
            </a:br>
            <a:r>
              <a:rPr lang="en-US" sz="1100" dirty="0">
                <a:solidFill>
                  <a:srgbClr val="C00000"/>
                </a:solidFill>
              </a:rPr>
              <a:t>be used. </a:t>
            </a:r>
          </a:p>
        </p:txBody>
      </p:sp>
      <p:cxnSp>
        <p:nvCxnSpPr>
          <p:cNvPr id="74" name="Straight Connector 73">
            <a:extLst>
              <a:ext uri="{FF2B5EF4-FFF2-40B4-BE49-F238E27FC236}">
                <a16:creationId xmlns:a16="http://schemas.microsoft.com/office/drawing/2014/main" id="{6C08EFDA-C67F-4624-A786-8E4519F3BDFF}"/>
              </a:ext>
            </a:extLst>
          </p:cNvPr>
          <p:cNvCxnSpPr>
            <a:cxnSpLocks/>
          </p:cNvCxnSpPr>
          <p:nvPr/>
        </p:nvCxnSpPr>
        <p:spPr>
          <a:xfrm flipH="1" flipV="1">
            <a:off x="7443838" y="2263650"/>
            <a:ext cx="3060508" cy="1262130"/>
          </a:xfrm>
          <a:prstGeom prst="line">
            <a:avLst/>
          </a:prstGeom>
          <a:noFill/>
          <a:ln w="508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8" name="Rectangle 77">
            <a:extLst>
              <a:ext uri="{FF2B5EF4-FFF2-40B4-BE49-F238E27FC236}">
                <a16:creationId xmlns:a16="http://schemas.microsoft.com/office/drawing/2014/main" id="{489ABCFA-C12C-4E99-9CFB-D649210A8D0C}"/>
              </a:ext>
            </a:extLst>
          </p:cNvPr>
          <p:cNvSpPr/>
          <p:nvPr/>
        </p:nvSpPr>
        <p:spPr>
          <a:xfrm>
            <a:off x="7312436" y="5617829"/>
            <a:ext cx="3867364" cy="9397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latin typeface="+mj-lt"/>
              </a:rPr>
              <a:t>Colors to use: </a:t>
            </a:r>
          </a:p>
          <a:p>
            <a:pPr marL="174625" indent="-174625">
              <a:buFontTx/>
              <a:buChar char="-"/>
            </a:pPr>
            <a:r>
              <a:rPr lang="en-US" sz="1400" dirty="0">
                <a:solidFill>
                  <a:schemeClr val="tx1"/>
                </a:solidFill>
              </a:rPr>
              <a:t>the top row under Theme Colors</a:t>
            </a:r>
          </a:p>
          <a:p>
            <a:pPr marL="174625" indent="-174625">
              <a:buFontTx/>
              <a:buChar char="-"/>
            </a:pPr>
            <a:r>
              <a:rPr lang="en-US" sz="1400" dirty="0">
                <a:solidFill>
                  <a:schemeClr val="tx1"/>
                </a:solidFill>
              </a:rPr>
              <a:t>all colors under Custom Colors. </a:t>
            </a:r>
          </a:p>
        </p:txBody>
      </p:sp>
      <p:sp>
        <p:nvSpPr>
          <p:cNvPr id="80" name="Rectangle 79">
            <a:extLst>
              <a:ext uri="{FF2B5EF4-FFF2-40B4-BE49-F238E27FC236}">
                <a16:creationId xmlns:a16="http://schemas.microsoft.com/office/drawing/2014/main" id="{CFD53508-CBD7-4634-B131-C351CD1CAFEC}"/>
              </a:ext>
            </a:extLst>
          </p:cNvPr>
          <p:cNvSpPr/>
          <p:nvPr/>
        </p:nvSpPr>
        <p:spPr>
          <a:xfrm>
            <a:off x="7366565" y="4285754"/>
            <a:ext cx="1928510" cy="1311450"/>
          </a:xfrm>
          <a:prstGeom prst="rect">
            <a:avLst/>
          </a:prstGeom>
          <a:noFill/>
          <a:ln w="508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89E43C1B-89A3-625A-A48E-CCD990F40C91}"/>
              </a:ext>
            </a:extLst>
          </p:cNvPr>
          <p:cNvSpPr txBox="1"/>
          <p:nvPr/>
        </p:nvSpPr>
        <p:spPr>
          <a:xfrm>
            <a:off x="326283" y="1526990"/>
            <a:ext cx="2704722" cy="830997"/>
          </a:xfrm>
          <a:prstGeom prst="rect">
            <a:avLst/>
          </a:prstGeom>
          <a:noFill/>
        </p:spPr>
        <p:txBody>
          <a:bodyPr wrap="square" rtlCol="0">
            <a:spAutoFit/>
          </a:bodyPr>
          <a:lstStyle/>
          <a:p>
            <a:r>
              <a:rPr lang="en-GB" sz="1200" dirty="0"/>
              <a:t>The primary </a:t>
            </a:r>
            <a:r>
              <a:rPr lang="en-GB" sz="1200" dirty="0" err="1"/>
              <a:t>color</a:t>
            </a:r>
            <a:r>
              <a:rPr lang="en-GB" sz="1200" dirty="0"/>
              <a:t> palette is </a:t>
            </a:r>
            <a:br>
              <a:rPr lang="en-GB" sz="1200" dirty="0"/>
            </a:br>
            <a:r>
              <a:rPr lang="en-GB" sz="1200" dirty="0"/>
              <a:t>made up of a set of five </a:t>
            </a:r>
            <a:r>
              <a:rPr lang="en-GB" sz="1200" dirty="0" err="1"/>
              <a:t>colors</a:t>
            </a:r>
            <a:r>
              <a:rPr lang="en-GB" sz="1200" dirty="0"/>
              <a:t>: </a:t>
            </a:r>
            <a:br>
              <a:rPr lang="en-GB" sz="1200" dirty="0"/>
            </a:br>
            <a:r>
              <a:rPr lang="en-GB" sz="1200" dirty="0"/>
              <a:t>Electrolux Blue supported by neutral tones, including white.</a:t>
            </a:r>
          </a:p>
        </p:txBody>
      </p:sp>
      <p:sp>
        <p:nvSpPr>
          <p:cNvPr id="4" name="TextBox 3">
            <a:extLst>
              <a:ext uri="{FF2B5EF4-FFF2-40B4-BE49-F238E27FC236}">
                <a16:creationId xmlns:a16="http://schemas.microsoft.com/office/drawing/2014/main" id="{C3EEBA4D-0F34-9259-EFD9-F15E13C1F8B2}"/>
              </a:ext>
            </a:extLst>
          </p:cNvPr>
          <p:cNvSpPr txBox="1"/>
          <p:nvPr/>
        </p:nvSpPr>
        <p:spPr>
          <a:xfrm>
            <a:off x="3785245" y="1711656"/>
            <a:ext cx="3527191" cy="1200329"/>
          </a:xfrm>
          <a:prstGeom prst="rect">
            <a:avLst/>
          </a:prstGeom>
          <a:noFill/>
        </p:spPr>
        <p:txBody>
          <a:bodyPr wrap="square" rtlCol="0">
            <a:spAutoFit/>
          </a:bodyPr>
          <a:lstStyle/>
          <a:p>
            <a:r>
              <a:rPr lang="en-US" sz="1200" dirty="0"/>
              <a:t>Our secondary color palettes are designed to add further depth and flexibility to our Group brand. These palettes can be used internally where more creative license is permitted. </a:t>
            </a:r>
            <a:br>
              <a:rPr lang="en-US" sz="1200" dirty="0"/>
            </a:br>
            <a:r>
              <a:rPr lang="en-US" sz="1200" dirty="0"/>
              <a:t>The exceptional use color palette is indicated for intranet and internal use only.</a:t>
            </a:r>
            <a:endParaRPr lang="en-GB" sz="1200" dirty="0"/>
          </a:p>
        </p:txBody>
      </p:sp>
      <p:pic>
        <p:nvPicPr>
          <p:cNvPr id="13" name="Picture 12">
            <a:extLst>
              <a:ext uri="{FF2B5EF4-FFF2-40B4-BE49-F238E27FC236}">
                <a16:creationId xmlns:a16="http://schemas.microsoft.com/office/drawing/2014/main" id="{731820D8-B009-7666-D335-AED35B005D37}"/>
              </a:ext>
            </a:extLst>
          </p:cNvPr>
          <p:cNvPicPr>
            <a:picLocks noChangeAspect="1"/>
          </p:cNvPicPr>
          <p:nvPr/>
        </p:nvPicPr>
        <p:blipFill rotWithShape="1">
          <a:blip r:embed="rId3"/>
          <a:srcRect l="20321" t="55872" r="17180" b="9969"/>
          <a:stretch/>
        </p:blipFill>
        <p:spPr>
          <a:xfrm>
            <a:off x="235132" y="3222211"/>
            <a:ext cx="6918959" cy="2127086"/>
          </a:xfrm>
          <a:prstGeom prst="rect">
            <a:avLst/>
          </a:prstGeom>
        </p:spPr>
      </p:pic>
    </p:spTree>
    <p:extLst>
      <p:ext uri="{BB962C8B-B14F-4D97-AF65-F5344CB8AC3E}">
        <p14:creationId xmlns:p14="http://schemas.microsoft.com/office/powerpoint/2010/main" val="1126556374"/>
      </p:ext>
    </p:extLst>
  </p:cSld>
  <p:clrMapOvr>
    <a:masterClrMapping/>
  </p:clrMapOvr>
</p:sld>
</file>

<file path=ppt/theme/theme1.xml><?xml version="1.0" encoding="utf-8"?>
<a:theme xmlns:a="http://schemas.openxmlformats.org/drawingml/2006/main" name="Electrolux Group">
  <a:themeElements>
    <a:clrScheme name="Electrolux Group 2023">
      <a:dk1>
        <a:sysClr val="windowText" lastClr="000000"/>
      </a:dk1>
      <a:lt1>
        <a:sysClr val="window" lastClr="FFFFFF"/>
      </a:lt1>
      <a:dk2>
        <a:srgbClr val="041E41"/>
      </a:dk2>
      <a:lt2>
        <a:srgbClr val="FFFFFF"/>
      </a:lt2>
      <a:accent1>
        <a:srgbClr val="7B8A9C"/>
      </a:accent1>
      <a:accent2>
        <a:srgbClr val="ADB9C3"/>
      </a:accent2>
      <a:accent3>
        <a:srgbClr val="D2AF6A"/>
      </a:accent3>
      <a:accent4>
        <a:srgbClr val="787386"/>
      </a:accent4>
      <a:accent5>
        <a:srgbClr val="6B7A66"/>
      </a:accent5>
      <a:accent6>
        <a:srgbClr val="937259"/>
      </a:accent6>
      <a:hlink>
        <a:srgbClr val="041E41"/>
      </a:hlink>
      <a:folHlink>
        <a:srgbClr val="513216"/>
      </a:folHlink>
    </a:clrScheme>
    <a:fontScheme name="Elux-semi-regular">
      <a:majorFont>
        <a:latin typeface="Electrolux Sans SemiBold"/>
        <a:ea typeface=""/>
        <a:cs typeface=""/>
      </a:majorFont>
      <a:minorFont>
        <a:latin typeface="Electrolux Sans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90000"/>
          </a:lnSpc>
          <a:spcBef>
            <a:spcPts val="900"/>
          </a:spcBef>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Electrolux Blue">
      <a:srgbClr val="041E50"/>
    </a:custClr>
    <a:custClr name="Electrolux Moss Rich">
      <a:srgbClr val="3B4536"/>
    </a:custClr>
    <a:custClr name="Electrolux Ochre Rich">
      <a:srgbClr val="BD8D24"/>
    </a:custClr>
    <a:custClr name="Electrolux Silk Rich">
      <a:srgbClr val="2B2936"/>
    </a:custClr>
    <a:custClr name="Electrolux Mahogany Rich">
      <a:srgbClr val="3D2727"/>
    </a:custClr>
    <a:custClr name="Electrolux Umber Rich">
      <a:srgbClr val="4A1E18"/>
    </a:custClr>
    <a:custClr>
      <a:srgbClr val="FFFFFF"/>
    </a:custClr>
    <a:custClr>
      <a:srgbClr val="FFFFFF"/>
    </a:custClr>
    <a:custClr>
      <a:srgbClr val="FFFFFF"/>
    </a:custClr>
    <a:custClr>
      <a:srgbClr val="FFFFFF"/>
    </a:custClr>
    <a:custClr name="Electrolux Blue Mid">
      <a:srgbClr val="7A8A9C"/>
    </a:custClr>
    <a:custClr name="Electrolux Moss Mid">
      <a:srgbClr val="6C7B67"/>
    </a:custClr>
    <a:custClr name="Electrolux Ochre Mid">
      <a:srgbClr val="D2AF6A"/>
    </a:custClr>
    <a:custClr name="Electrolux Silk Mid">
      <a:srgbClr val="797487"/>
    </a:custClr>
    <a:custClr name="Electrolux Mahogany Mid">
      <a:srgbClr val="7E6464"/>
    </a:custClr>
    <a:custClr name="Electrolux Umber Mid">
      <a:srgbClr val="957359"/>
    </a:custClr>
    <a:custClr>
      <a:srgbClr val="FFFFFF"/>
    </a:custClr>
    <a:custClr>
      <a:srgbClr val="FFFFFF"/>
    </a:custClr>
    <a:custClr>
      <a:srgbClr val="FFFFFF"/>
    </a:custClr>
    <a:custClr>
      <a:srgbClr val="FFFFFF"/>
    </a:custClr>
    <a:custClr name="Electrolux Blue Light">
      <a:srgbClr val="ADB9C3"/>
    </a:custClr>
    <a:custClr name="Electrolux Moss Light">
      <a:srgbClr val="A7B1A4"/>
    </a:custClr>
    <a:custClr name="Electrolux Ochre Light">
      <a:srgbClr val="E2CA9D"/>
    </a:custClr>
    <a:custClr name="Electrolux Silk Light">
      <a:srgbClr val="B1ABBB"/>
    </a:custClr>
    <a:custClr name="Electrolux Mahogany Light">
      <a:srgbClr val="B4A0A0"/>
    </a:custClr>
    <a:custClr name="Electrolux Umber Light">
      <a:srgbClr val="BDA684"/>
    </a:custClr>
    <a:custClr>
      <a:srgbClr val="FFFFFF"/>
    </a:custClr>
    <a:custClr>
      <a:srgbClr val="FFFFFF"/>
    </a:custClr>
    <a:custClr>
      <a:srgbClr val="FFFFFF"/>
    </a:custClr>
    <a:custClr>
      <a:srgbClr val="FFFFFF"/>
    </a:custClr>
    <a:custClr name="Electrolux Blue Tint">
      <a:srgbClr val="DFE7EA"/>
    </a:custClr>
    <a:custClr name="Electrolux Moss Tint">
      <a:srgbClr val="D4D8D2"/>
    </a:custClr>
    <a:custClr name="Electrolux Ochre Tint">
      <a:srgbClr val="EFE1C9"/>
    </a:custClr>
    <a:custClr name="Electrolux Silk Tint">
      <a:srgbClr val="D8D5DD"/>
    </a:custClr>
    <a:custClr name="Electrolux Mahogany Tint">
      <a:srgbClr val="D9CFCF"/>
    </a:custClr>
    <a:custClr name="Electrolux Umber Tint">
      <a:srgbClr val="DDD2C1"/>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Electrolux ppt template.potx.pptx" id="{F9FBC8C0-073C-412E-A5E6-C561F9EE6EF2}" vid="{294B1B37-9716-4E68-8E15-1016382F12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77eab6e-04c6-4822-9252-98ab9f25736b}" enabled="1" method="Standard" siteId="{d2007bef-127d-4591-97ac-10d72fe28031}" contentBits="2" removed="0"/>
</clbl:labelList>
</file>

<file path=docProps/app.xml><?xml version="1.0" encoding="utf-8"?>
<Properties xmlns="http://schemas.openxmlformats.org/officeDocument/2006/extended-properties" xmlns:vt="http://schemas.openxmlformats.org/officeDocument/2006/docPropsVTypes">
  <Template>Electrolux Group ppt template</Template>
  <TotalTime>125</TotalTime>
  <Words>1427</Words>
  <Application>Microsoft Office PowerPoint</Application>
  <PresentationFormat>Widescreen</PresentationFormat>
  <Paragraphs>232</Paragraphs>
  <Slides>14</Slides>
  <Notes>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Cambria Math</vt:lpstr>
      <vt:lpstr>Consolas</vt:lpstr>
      <vt:lpstr>Electrolux Sans Regular</vt:lpstr>
      <vt:lpstr>Electrolux Sans SemiBold</vt:lpstr>
      <vt:lpstr>Electrolux Group</vt:lpstr>
      <vt:lpstr>Bosch dishwashers: models and reviews analysis</vt:lpstr>
      <vt:lpstr>Motivations</vt:lpstr>
      <vt:lpstr>Scenario &amp; Questions</vt:lpstr>
      <vt:lpstr>ETL architecture</vt:lpstr>
      <vt:lpstr>EXTRACT phase – Scraping</vt:lpstr>
      <vt:lpstr>TRANSFORM phase – Products</vt:lpstr>
      <vt:lpstr>TRANSFORM phase – Products</vt:lpstr>
      <vt:lpstr>LOAD phase – Data Warehouse</vt:lpstr>
      <vt:lpstr>LOAD phase – Data Warehouse</vt:lpstr>
      <vt:lpstr>Data Warehouse – some numbers</vt:lpstr>
      <vt:lpstr>Analysis: are reviews and claims related?</vt:lpstr>
      <vt:lpstr>PowerPoint Presentation</vt:lpstr>
      <vt:lpstr>PowerPoint Presentation</vt:lpstr>
      <vt:lpstr>Using the Electrolux colors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Dario Savaresi</dc:creator>
  <cp:lastModifiedBy>Dario Savaresi</cp:lastModifiedBy>
  <cp:revision>1</cp:revision>
  <cp:lastPrinted>2018-05-29T11:47:19Z</cp:lastPrinted>
  <dcterms:created xsi:type="dcterms:W3CDTF">2026-07-02T07:49:24Z</dcterms:created>
  <dcterms:modified xsi:type="dcterms:W3CDTF">2026-07-11T20:50:54Z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77eab6e-04c6-4822-9252-98ab9f25736b_Enabled">
    <vt:lpwstr>true</vt:lpwstr>
  </property>
  <property fmtid="{D5CDD505-2E9C-101B-9397-08002B2CF9AE}" pid="3" name="MSIP_Label_477eab6e-04c6-4822-9252-98ab9f25736b_SetDate">
    <vt:lpwstr>2022-12-08T16:24:39Z</vt:lpwstr>
  </property>
  <property fmtid="{D5CDD505-2E9C-101B-9397-08002B2CF9AE}" pid="4" name="MSIP_Label_477eab6e-04c6-4822-9252-98ab9f25736b_Method">
    <vt:lpwstr>Standard</vt:lpwstr>
  </property>
  <property fmtid="{D5CDD505-2E9C-101B-9397-08002B2CF9AE}" pid="5" name="MSIP_Label_477eab6e-04c6-4822-9252-98ab9f25736b_Name">
    <vt:lpwstr>477eab6e-04c6-4822-9252-98ab9f25736b</vt:lpwstr>
  </property>
  <property fmtid="{D5CDD505-2E9C-101B-9397-08002B2CF9AE}" pid="6" name="MSIP_Label_477eab6e-04c6-4822-9252-98ab9f25736b_SiteId">
    <vt:lpwstr>d2007bef-127d-4591-97ac-10d72fe28031</vt:lpwstr>
  </property>
  <property fmtid="{D5CDD505-2E9C-101B-9397-08002B2CF9AE}" pid="7" name="MSIP_Label_477eab6e-04c6-4822-9252-98ab9f25736b_ActionId">
    <vt:lpwstr>82ce7b10-097c-41e8-94bd-623d4d713577</vt:lpwstr>
  </property>
  <property fmtid="{D5CDD505-2E9C-101B-9397-08002B2CF9AE}" pid="8" name="MSIP_Label_477eab6e-04c6-4822-9252-98ab9f25736b_ContentBits">
    <vt:lpwstr>2</vt:lpwstr>
  </property>
</Properties>
</file>